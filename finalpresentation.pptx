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600" r:id="rId2"/>
    <p:sldId id="607" r:id="rId3"/>
    <p:sldId id="613" r:id="rId4"/>
    <p:sldId id="614" r:id="rId5"/>
    <p:sldId id="615" r:id="rId6"/>
    <p:sldId id="616" r:id="rId7"/>
    <p:sldId id="617" r:id="rId8"/>
    <p:sldId id="628" r:id="rId9"/>
    <p:sldId id="618" r:id="rId10"/>
    <p:sldId id="620" r:id="rId11"/>
    <p:sldId id="619" r:id="rId12"/>
    <p:sldId id="622" r:id="rId13"/>
    <p:sldId id="623" r:id="rId14"/>
    <p:sldId id="624" r:id="rId15"/>
    <p:sldId id="625" r:id="rId16"/>
    <p:sldId id="626" r:id="rId17"/>
    <p:sldId id="627" r:id="rId18"/>
    <p:sldId id="629" r:id="rId19"/>
    <p:sldId id="630" r:id="rId20"/>
    <p:sldId id="632" r:id="rId21"/>
    <p:sldId id="633" r:id="rId22"/>
    <p:sldId id="634" r:id="rId23"/>
    <p:sldId id="631" r:id="rId24"/>
    <p:sldId id="635" r:id="rId25"/>
    <p:sldId id="50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as Symeonidis" initials="AS" lastIdx="1" clrIdx="0"/>
  <p:cmAuthor id="2" name="asymeon" initials="a" lastIdx="10" clrIdx="1"/>
  <p:cmAuthor id="3" name="Mixalis Papamixail" initials="MP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D7C"/>
    <a:srgbClr val="2789AF"/>
    <a:srgbClr val="FFFFFF"/>
    <a:srgbClr val="D9F1FF"/>
    <a:srgbClr val="890256"/>
    <a:srgbClr val="4B75B9"/>
    <a:srgbClr val="4169A9"/>
    <a:srgbClr val="1D5FC9"/>
    <a:srgbClr val="5F84C1"/>
    <a:srgbClr val="86A3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46FE3A-45F8-44CF-BF91-93EC75A09D8C}" v="416" dt="2025-06-17T12:02:03.590"/>
    <p1510:client id="{9CE49A6B-FE70-48D1-ADA9-5CE659DEF8FD}" v="18" dt="2025-06-17T15:13:06.6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3450" autoAdjust="0"/>
  </p:normalViewPr>
  <p:slideViewPr>
    <p:cSldViewPr snapToGrid="0" showGuides="1">
      <p:cViewPr varScale="1">
        <p:scale>
          <a:sx n="103" d="100"/>
          <a:sy n="103" d="100"/>
        </p:scale>
        <p:origin x="774" y="11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-286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nos Michailoudis" userId="66691cf1d2ab30d4" providerId="LiveId" clId="{0646FE3A-45F8-44CF-BF91-93EC75A09D8C}"/>
    <pc:docChg chg="undo custSel addSld delSld modSld sldOrd addMainMaster delMainMaster modMainMaster">
      <pc:chgData name="Thanos Michailoudis" userId="66691cf1d2ab30d4" providerId="LiveId" clId="{0646FE3A-45F8-44CF-BF91-93EC75A09D8C}" dt="2025-06-17T12:10:10.716" v="16488" actId="20577"/>
      <pc:docMkLst>
        <pc:docMk/>
      </pc:docMkLst>
      <pc:sldChg chg="modSp mod modAnim chgLayout modNotesTx">
        <pc:chgData name="Thanos Michailoudis" userId="66691cf1d2ab30d4" providerId="LiveId" clId="{0646FE3A-45F8-44CF-BF91-93EC75A09D8C}" dt="2025-06-17T09:03:55.307" v="10013" actId="20577"/>
        <pc:sldMkLst>
          <pc:docMk/>
          <pc:sldMk cId="1429426560" sldId="498"/>
        </pc:sldMkLst>
        <pc:spChg chg="mod ord">
          <ac:chgData name="Thanos Michailoudis" userId="66691cf1d2ab30d4" providerId="LiveId" clId="{0646FE3A-45F8-44CF-BF91-93EC75A09D8C}" dt="2025-06-14T08:34:54.257" v="110"/>
          <ac:spMkLst>
            <pc:docMk/>
            <pc:sldMk cId="1429426560" sldId="498"/>
            <ac:spMk id="2" creationId="{00000000-0000-0000-0000-000000000000}"/>
          </ac:spMkLst>
        </pc:spChg>
        <pc:spChg chg="mod ord">
          <ac:chgData name="Thanos Michailoudis" userId="66691cf1d2ab30d4" providerId="LiveId" clId="{0646FE3A-45F8-44CF-BF91-93EC75A09D8C}" dt="2025-06-14T11:06:47.841" v="622"/>
          <ac:spMkLst>
            <pc:docMk/>
            <pc:sldMk cId="1429426560" sldId="498"/>
            <ac:spMk id="3" creationId="{00000000-0000-0000-0000-000000000000}"/>
          </ac:spMkLst>
        </pc:spChg>
      </pc:sldChg>
      <pc:sldChg chg="modSp mod">
        <pc:chgData name="Thanos Michailoudis" userId="66691cf1d2ab30d4" providerId="LiveId" clId="{0646FE3A-45F8-44CF-BF91-93EC75A09D8C}" dt="2025-06-14T08:00:43.088" v="59" actId="20577"/>
        <pc:sldMkLst>
          <pc:docMk/>
          <pc:sldMk cId="1230176258" sldId="502"/>
        </pc:sldMkLst>
        <pc:spChg chg="mod">
          <ac:chgData name="Thanos Michailoudis" userId="66691cf1d2ab30d4" providerId="LiveId" clId="{0646FE3A-45F8-44CF-BF91-93EC75A09D8C}" dt="2025-06-14T08:00:43.088" v="59" actId="20577"/>
          <ac:spMkLst>
            <pc:docMk/>
            <pc:sldMk cId="1230176258" sldId="502"/>
            <ac:spMk id="7" creationId="{9D65A796-EDE6-4D37-A17D-5047D8CDADF5}"/>
          </ac:spMkLst>
        </pc:spChg>
      </pc:sldChg>
      <pc:sldChg chg="addSp delSp modSp mod modAnim modNotesTx">
        <pc:chgData name="Thanos Michailoudis" userId="66691cf1d2ab30d4" providerId="LiveId" clId="{0646FE3A-45F8-44CF-BF91-93EC75A09D8C}" dt="2025-06-17T11:13:58.542" v="14599" actId="20577"/>
        <pc:sldMkLst>
          <pc:docMk/>
          <pc:sldMk cId="2356063758" sldId="551"/>
        </pc:sldMkLst>
        <pc:spChg chg="mod">
          <ac:chgData name="Thanos Michailoudis" userId="66691cf1d2ab30d4" providerId="LiveId" clId="{0646FE3A-45F8-44CF-BF91-93EC75A09D8C}" dt="2025-06-14T08:34:54.257" v="110"/>
          <ac:spMkLst>
            <pc:docMk/>
            <pc:sldMk cId="2356063758" sldId="551"/>
            <ac:spMk id="2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7T08:25:58.159" v="8879" actId="20577"/>
          <ac:spMkLst>
            <pc:docMk/>
            <pc:sldMk cId="2356063758" sldId="551"/>
            <ac:spMk id="3" creationId="{00000000-0000-0000-0000-000000000000}"/>
          </ac:spMkLst>
        </pc:spChg>
        <pc:spChg chg="add mod">
          <ac:chgData name="Thanos Michailoudis" userId="66691cf1d2ab30d4" providerId="LiveId" clId="{0646FE3A-45F8-44CF-BF91-93EC75A09D8C}" dt="2025-06-17T08:26:43.868" v="8885" actId="208"/>
          <ac:spMkLst>
            <pc:docMk/>
            <pc:sldMk cId="2356063758" sldId="551"/>
            <ac:spMk id="6" creationId="{73DEAF1C-FA59-46AA-54FD-2235A93EFCD2}"/>
          </ac:spMkLst>
        </pc:spChg>
        <pc:spChg chg="mod">
          <ac:chgData name="Thanos Michailoudis" userId="66691cf1d2ab30d4" providerId="LiveId" clId="{0646FE3A-45F8-44CF-BF91-93EC75A09D8C}" dt="2025-06-17T08:25:36.022" v="8869" actId="1076"/>
          <ac:spMkLst>
            <pc:docMk/>
            <pc:sldMk cId="2356063758" sldId="551"/>
            <ac:spMk id="9" creationId="{995AE8B4-0D85-4038-9AA9-EACA932B6486}"/>
          </ac:spMkLst>
        </pc:spChg>
        <pc:picChg chg="add del mod modCrop">
          <ac:chgData name="Thanos Michailoudis" userId="66691cf1d2ab30d4" providerId="LiveId" clId="{0646FE3A-45F8-44CF-BF91-93EC75A09D8C}" dt="2025-06-17T08:25:29.975" v="8868" actId="21"/>
          <ac:picMkLst>
            <pc:docMk/>
            <pc:sldMk cId="2356063758" sldId="551"/>
            <ac:picMk id="5" creationId="{BD29A5EB-DA0C-6EF9-0679-EC0BC24EBEBA}"/>
          </ac:picMkLst>
        </pc:picChg>
      </pc:sldChg>
      <pc:sldChg chg="modSp mod modAnim modNotesTx">
        <pc:chgData name="Thanos Michailoudis" userId="66691cf1d2ab30d4" providerId="LiveId" clId="{0646FE3A-45F8-44CF-BF91-93EC75A09D8C}" dt="2025-06-17T12:06:55.088" v="16229" actId="20577"/>
        <pc:sldMkLst>
          <pc:docMk/>
          <pc:sldMk cId="555387735" sldId="570"/>
        </pc:sldMkLst>
        <pc:spChg chg="mod">
          <ac:chgData name="Thanos Michailoudis" userId="66691cf1d2ab30d4" providerId="LiveId" clId="{0646FE3A-45F8-44CF-BF91-93EC75A09D8C}" dt="2025-06-14T08:34:54.257" v="110"/>
          <ac:spMkLst>
            <pc:docMk/>
            <pc:sldMk cId="555387735" sldId="570"/>
            <ac:spMk id="2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5T15:59:47.157" v="8070" actId="27636"/>
          <ac:spMkLst>
            <pc:docMk/>
            <pc:sldMk cId="555387735" sldId="570"/>
            <ac:spMk id="3" creationId="{00000000-0000-0000-0000-000000000000}"/>
          </ac:spMkLst>
        </pc:spChg>
      </pc:sldChg>
      <pc:sldChg chg="modSp mod modAnim modNotesTx">
        <pc:chgData name="Thanos Michailoudis" userId="66691cf1d2ab30d4" providerId="LiveId" clId="{0646FE3A-45F8-44CF-BF91-93EC75A09D8C}" dt="2025-06-17T12:10:10.716" v="16488" actId="20577"/>
        <pc:sldMkLst>
          <pc:docMk/>
          <pc:sldMk cId="698684786" sldId="571"/>
        </pc:sldMkLst>
        <pc:spChg chg="mod">
          <ac:chgData name="Thanos Michailoudis" userId="66691cf1d2ab30d4" providerId="LiveId" clId="{0646FE3A-45F8-44CF-BF91-93EC75A09D8C}" dt="2025-06-14T08:34:54.257" v="110"/>
          <ac:spMkLst>
            <pc:docMk/>
            <pc:sldMk cId="698684786" sldId="571"/>
            <ac:spMk id="2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6T11:45:10.300" v="8186" actId="20577"/>
          <ac:spMkLst>
            <pc:docMk/>
            <pc:sldMk cId="698684786" sldId="571"/>
            <ac:spMk id="3" creationId="{00000000-0000-0000-0000-000000000000}"/>
          </ac:spMkLst>
        </pc:spChg>
      </pc:sldChg>
      <pc:sldChg chg="modSp mod modAnim modNotesTx">
        <pc:chgData name="Thanos Michailoudis" userId="66691cf1d2ab30d4" providerId="LiveId" clId="{0646FE3A-45F8-44CF-BF91-93EC75A09D8C}" dt="2025-06-17T09:15:33.167" v="10660" actId="20577"/>
        <pc:sldMkLst>
          <pc:docMk/>
          <pc:sldMk cId="982166116" sldId="572"/>
        </pc:sldMkLst>
        <pc:spChg chg="mod">
          <ac:chgData name="Thanos Michailoudis" userId="66691cf1d2ab30d4" providerId="LiveId" clId="{0646FE3A-45F8-44CF-BF91-93EC75A09D8C}" dt="2025-06-14T08:34:54.257" v="110"/>
          <ac:spMkLst>
            <pc:docMk/>
            <pc:sldMk cId="982166116" sldId="572"/>
            <ac:spMk id="2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4T11:26:47.188" v="1167" actId="20577"/>
          <ac:spMkLst>
            <pc:docMk/>
            <pc:sldMk cId="982166116" sldId="572"/>
            <ac:spMk id="3" creationId="{00000000-0000-0000-0000-000000000000}"/>
          </ac:spMkLst>
        </pc:spChg>
      </pc:sldChg>
      <pc:sldChg chg="addSp delSp modSp mod modAnim modNotesTx">
        <pc:chgData name="Thanos Michailoudis" userId="66691cf1d2ab30d4" providerId="LiveId" clId="{0646FE3A-45F8-44CF-BF91-93EC75A09D8C}" dt="2025-06-17T11:17:22.975" v="14707"/>
        <pc:sldMkLst>
          <pc:docMk/>
          <pc:sldMk cId="3080883071" sldId="575"/>
        </pc:sldMkLst>
        <pc:spChg chg="mod">
          <ac:chgData name="Thanos Michailoudis" userId="66691cf1d2ab30d4" providerId="LiveId" clId="{0646FE3A-45F8-44CF-BF91-93EC75A09D8C}" dt="2025-06-14T08:34:54.257" v="110"/>
          <ac:spMkLst>
            <pc:docMk/>
            <pc:sldMk cId="3080883071" sldId="575"/>
            <ac:spMk id="2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7T08:40:23.369" v="9250"/>
          <ac:spMkLst>
            <pc:docMk/>
            <pc:sldMk cId="3080883071" sldId="575"/>
            <ac:spMk id="3" creationId="{00000000-0000-0000-0000-000000000000}"/>
          </ac:spMkLst>
        </pc:spChg>
        <pc:spChg chg="add mod">
          <ac:chgData name="Thanos Michailoudis" userId="66691cf1d2ab30d4" providerId="LiveId" clId="{0646FE3A-45F8-44CF-BF91-93EC75A09D8C}" dt="2025-06-15T10:18:40.541" v="3846" actId="1038"/>
          <ac:spMkLst>
            <pc:docMk/>
            <pc:sldMk cId="3080883071" sldId="575"/>
            <ac:spMk id="8" creationId="{314D9E61-5C76-32C2-DCE5-9040840AAB04}"/>
          </ac:spMkLst>
        </pc:spChg>
        <pc:spChg chg="add mod">
          <ac:chgData name="Thanos Michailoudis" userId="66691cf1d2ab30d4" providerId="LiveId" clId="{0646FE3A-45F8-44CF-BF91-93EC75A09D8C}" dt="2025-06-17T08:40:45.031" v="9253" actId="1076"/>
          <ac:spMkLst>
            <pc:docMk/>
            <pc:sldMk cId="3080883071" sldId="575"/>
            <ac:spMk id="9" creationId="{5940D69B-62C1-FA07-0E9B-7DED7E048C39}"/>
          </ac:spMkLst>
        </pc:spChg>
        <pc:spChg chg="add mod">
          <ac:chgData name="Thanos Michailoudis" userId="66691cf1d2ab30d4" providerId="LiveId" clId="{0646FE3A-45F8-44CF-BF91-93EC75A09D8C}" dt="2025-06-17T08:41:01.298" v="9256" actId="1076"/>
          <ac:spMkLst>
            <pc:docMk/>
            <pc:sldMk cId="3080883071" sldId="575"/>
            <ac:spMk id="12" creationId="{1D119F63-AD0F-1FFD-39AB-1E501165DBAD}"/>
          </ac:spMkLst>
        </pc:spChg>
        <pc:spChg chg="add mod">
          <ac:chgData name="Thanos Michailoudis" userId="66691cf1d2ab30d4" providerId="LiveId" clId="{0646FE3A-45F8-44CF-BF91-93EC75A09D8C}" dt="2025-06-17T08:41:06.266" v="9257" actId="1076"/>
          <ac:spMkLst>
            <pc:docMk/>
            <pc:sldMk cId="3080883071" sldId="575"/>
            <ac:spMk id="16" creationId="{5F42A383-ED13-E5E7-40D3-A34D6A4FE534}"/>
          </ac:spMkLst>
        </pc:spChg>
        <pc:cxnChg chg="add mod">
          <ac:chgData name="Thanos Michailoudis" userId="66691cf1d2ab30d4" providerId="LiveId" clId="{0646FE3A-45F8-44CF-BF91-93EC75A09D8C}" dt="2025-06-15T10:18:40.541" v="3846" actId="1038"/>
          <ac:cxnSpMkLst>
            <pc:docMk/>
            <pc:sldMk cId="3080883071" sldId="575"/>
            <ac:cxnSpMk id="11" creationId="{3BABF6EF-0B4B-4311-2145-E474F56F47E0}"/>
          </ac:cxnSpMkLst>
        </pc:cxnChg>
        <pc:cxnChg chg="add mod">
          <ac:chgData name="Thanos Michailoudis" userId="66691cf1d2ab30d4" providerId="LiveId" clId="{0646FE3A-45F8-44CF-BF91-93EC75A09D8C}" dt="2025-06-15T10:18:40.541" v="3846" actId="1038"/>
          <ac:cxnSpMkLst>
            <pc:docMk/>
            <pc:sldMk cId="3080883071" sldId="575"/>
            <ac:cxnSpMk id="15" creationId="{8F18AA32-A437-F7AE-5678-8DE160705077}"/>
          </ac:cxnSpMkLst>
        </pc:cxnChg>
      </pc:sldChg>
      <pc:sldChg chg="modSp mod modAnim modNotesTx">
        <pc:chgData name="Thanos Michailoudis" userId="66691cf1d2ab30d4" providerId="LiveId" clId="{0646FE3A-45F8-44CF-BF91-93EC75A09D8C}" dt="2025-06-17T09:24:19.530" v="10903" actId="20577"/>
        <pc:sldMkLst>
          <pc:docMk/>
          <pc:sldMk cId="2495523673" sldId="584"/>
        </pc:sldMkLst>
        <pc:spChg chg="mod">
          <ac:chgData name="Thanos Michailoudis" userId="66691cf1d2ab30d4" providerId="LiveId" clId="{0646FE3A-45F8-44CF-BF91-93EC75A09D8C}" dt="2025-06-14T08:34:54.257" v="110"/>
          <ac:spMkLst>
            <pc:docMk/>
            <pc:sldMk cId="2495523673" sldId="584"/>
            <ac:spMk id="2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4T11:44:29.036" v="1568" actId="20577"/>
          <ac:spMkLst>
            <pc:docMk/>
            <pc:sldMk cId="2495523673" sldId="584"/>
            <ac:spMk id="3" creationId="{00000000-0000-0000-0000-000000000000}"/>
          </ac:spMkLst>
        </pc:spChg>
      </pc:sldChg>
      <pc:sldChg chg="modSp del">
        <pc:chgData name="Thanos Michailoudis" userId="66691cf1d2ab30d4" providerId="LiveId" clId="{0646FE3A-45F8-44CF-BF91-93EC75A09D8C}" dt="2025-06-15T10:25:17.304" v="3851" actId="47"/>
        <pc:sldMkLst>
          <pc:docMk/>
          <pc:sldMk cId="461278934" sldId="585"/>
        </pc:sldMkLst>
      </pc:sldChg>
      <pc:sldChg chg="addSp delSp modSp mod modAnim modNotesTx">
        <pc:chgData name="Thanos Michailoudis" userId="66691cf1d2ab30d4" providerId="LiveId" clId="{0646FE3A-45F8-44CF-BF91-93EC75A09D8C}" dt="2025-06-17T11:11:50.648" v="14520"/>
        <pc:sldMkLst>
          <pc:docMk/>
          <pc:sldMk cId="1831923408" sldId="586"/>
        </pc:sldMkLst>
        <pc:spChg chg="mod">
          <ac:chgData name="Thanos Michailoudis" userId="66691cf1d2ab30d4" providerId="LiveId" clId="{0646FE3A-45F8-44CF-BF91-93EC75A09D8C}" dt="2025-06-14T08:34:54.257" v="110"/>
          <ac:spMkLst>
            <pc:docMk/>
            <pc:sldMk cId="1831923408" sldId="586"/>
            <ac:spMk id="2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7T11:11:37.146" v="14517" actId="15"/>
          <ac:spMkLst>
            <pc:docMk/>
            <pc:sldMk cId="1831923408" sldId="586"/>
            <ac:spMk id="3" creationId="{00000000-0000-0000-0000-000000000000}"/>
          </ac:spMkLst>
        </pc:spChg>
        <pc:spChg chg="add del">
          <ac:chgData name="Thanos Michailoudis" userId="66691cf1d2ab30d4" providerId="LiveId" clId="{0646FE3A-45F8-44CF-BF91-93EC75A09D8C}" dt="2025-06-17T09:26:22.085" v="10905" actId="22"/>
          <ac:spMkLst>
            <pc:docMk/>
            <pc:sldMk cId="1831923408" sldId="586"/>
            <ac:spMk id="5" creationId="{A4012E01-CEBD-074A-96AB-E7908BEE8D41}"/>
          </ac:spMkLst>
        </pc:spChg>
        <pc:picChg chg="mod">
          <ac:chgData name="Thanos Michailoudis" userId="66691cf1d2ab30d4" providerId="LiveId" clId="{0646FE3A-45F8-44CF-BF91-93EC75A09D8C}" dt="2025-06-14T15:22:40.860" v="2050" actId="1076"/>
          <ac:picMkLst>
            <pc:docMk/>
            <pc:sldMk cId="1831923408" sldId="586"/>
            <ac:picMk id="7" creationId="{666A6B21-C0A8-4846-B361-450D803E4129}"/>
          </ac:picMkLst>
        </pc:picChg>
      </pc:sldChg>
      <pc:sldChg chg="delSp modSp mod modNotesTx">
        <pc:chgData name="Thanos Michailoudis" userId="66691cf1d2ab30d4" providerId="LiveId" clId="{0646FE3A-45F8-44CF-BF91-93EC75A09D8C}" dt="2025-06-17T11:35:20.075" v="15175" actId="20577"/>
        <pc:sldMkLst>
          <pc:docMk/>
          <pc:sldMk cId="3363589126" sldId="587"/>
        </pc:sldMkLst>
        <pc:spChg chg="mod">
          <ac:chgData name="Thanos Michailoudis" userId="66691cf1d2ab30d4" providerId="LiveId" clId="{0646FE3A-45F8-44CF-BF91-93EC75A09D8C}" dt="2025-06-15T10:51:07.403" v="4312" actId="6549"/>
          <ac:spMkLst>
            <pc:docMk/>
            <pc:sldMk cId="3363589126" sldId="587"/>
            <ac:spMk id="2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5T15:24:48.424" v="7307" actId="20577"/>
          <ac:spMkLst>
            <pc:docMk/>
            <pc:sldMk cId="3363589126" sldId="587"/>
            <ac:spMk id="3" creationId="{00000000-0000-0000-0000-000000000000}"/>
          </ac:spMkLst>
        </pc:spChg>
      </pc:sldChg>
      <pc:sldChg chg="modSp mod ord modShow modNotesTx">
        <pc:chgData name="Thanos Michailoudis" userId="66691cf1d2ab30d4" providerId="LiveId" clId="{0646FE3A-45F8-44CF-BF91-93EC75A09D8C}" dt="2025-06-16T12:10:34.322" v="8856" actId="20577"/>
        <pc:sldMkLst>
          <pc:docMk/>
          <pc:sldMk cId="2843394933" sldId="588"/>
        </pc:sldMkLst>
        <pc:spChg chg="mod">
          <ac:chgData name="Thanos Michailoudis" userId="66691cf1d2ab30d4" providerId="LiveId" clId="{0646FE3A-45F8-44CF-BF91-93EC75A09D8C}" dt="2025-06-16T11:45:31.705" v="8212" actId="20577"/>
          <ac:spMkLst>
            <pc:docMk/>
            <pc:sldMk cId="2843394933" sldId="588"/>
            <ac:spMk id="2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6T12:09:54.308" v="8779" actId="20577"/>
          <ac:spMkLst>
            <pc:docMk/>
            <pc:sldMk cId="2843394933" sldId="588"/>
            <ac:spMk id="3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6T12:09:45.997" v="8777" actId="1076"/>
          <ac:spMkLst>
            <pc:docMk/>
            <pc:sldMk cId="2843394933" sldId="588"/>
            <ac:spMk id="17" creationId="{00000000-0000-0000-0000-000000000000}"/>
          </ac:spMkLst>
        </pc:spChg>
      </pc:sldChg>
      <pc:sldChg chg="addSp delSp modSp mod modAnim modNotesTx">
        <pc:chgData name="Thanos Michailoudis" userId="66691cf1d2ab30d4" providerId="LiveId" clId="{0646FE3A-45F8-44CF-BF91-93EC75A09D8C}" dt="2025-06-17T11:40:01.983" v="15257" actId="6549"/>
        <pc:sldMkLst>
          <pc:docMk/>
          <pc:sldMk cId="3163934258" sldId="589"/>
        </pc:sldMkLst>
        <pc:spChg chg="mod">
          <ac:chgData name="Thanos Michailoudis" userId="66691cf1d2ab30d4" providerId="LiveId" clId="{0646FE3A-45F8-44CF-BF91-93EC75A09D8C}" dt="2025-06-15T10:51:36.138" v="4332" actId="20577"/>
          <ac:spMkLst>
            <pc:docMk/>
            <pc:sldMk cId="3163934258" sldId="589"/>
            <ac:spMk id="2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5T11:34:56.336" v="4959" actId="6549"/>
          <ac:spMkLst>
            <pc:docMk/>
            <pc:sldMk cId="3163934258" sldId="589"/>
            <ac:spMk id="3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5T11:43:30.261" v="4985" actId="1076"/>
          <ac:spMkLst>
            <pc:docMk/>
            <pc:sldMk cId="3163934258" sldId="589"/>
            <ac:spMk id="6" creationId="{DE4D2782-98EC-4E62-BB49-32CD296727A3}"/>
          </ac:spMkLst>
        </pc:spChg>
        <pc:picChg chg="add mod">
          <ac:chgData name="Thanos Michailoudis" userId="66691cf1d2ab30d4" providerId="LiveId" clId="{0646FE3A-45F8-44CF-BF91-93EC75A09D8C}" dt="2025-06-15T11:43:30.261" v="4985" actId="1076"/>
          <ac:picMkLst>
            <pc:docMk/>
            <pc:sldMk cId="3163934258" sldId="589"/>
            <ac:picMk id="5" creationId="{2D6C13DC-A7C6-BA89-9DDF-236D52D32420}"/>
          </ac:picMkLst>
        </pc:picChg>
      </pc:sldChg>
      <pc:sldChg chg="modSp del">
        <pc:chgData name="Thanos Michailoudis" userId="66691cf1d2ab30d4" providerId="LiveId" clId="{0646FE3A-45F8-44CF-BF91-93EC75A09D8C}" dt="2025-06-16T12:10:47.110" v="8857" actId="47"/>
        <pc:sldMkLst>
          <pc:docMk/>
          <pc:sldMk cId="3511822970" sldId="590"/>
        </pc:sldMkLst>
      </pc:sldChg>
      <pc:sldChg chg="modSp del">
        <pc:chgData name="Thanos Michailoudis" userId="66691cf1d2ab30d4" providerId="LiveId" clId="{0646FE3A-45F8-44CF-BF91-93EC75A09D8C}" dt="2025-06-15T11:43:51.278" v="4986" actId="47"/>
        <pc:sldMkLst>
          <pc:docMk/>
          <pc:sldMk cId="3800468767" sldId="591"/>
        </pc:sldMkLst>
      </pc:sldChg>
      <pc:sldChg chg="modSp del">
        <pc:chgData name="Thanos Michailoudis" userId="66691cf1d2ab30d4" providerId="LiveId" clId="{0646FE3A-45F8-44CF-BF91-93EC75A09D8C}" dt="2025-06-15T10:25:23.636" v="3852" actId="47"/>
        <pc:sldMkLst>
          <pc:docMk/>
          <pc:sldMk cId="1010694541" sldId="592"/>
        </pc:sldMkLst>
      </pc:sldChg>
      <pc:sldChg chg="modSp del">
        <pc:chgData name="Thanos Michailoudis" userId="66691cf1d2ab30d4" providerId="LiveId" clId="{0646FE3A-45F8-44CF-BF91-93EC75A09D8C}" dt="2025-06-15T10:25:31.554" v="3853" actId="47"/>
        <pc:sldMkLst>
          <pc:docMk/>
          <pc:sldMk cId="3718343356" sldId="593"/>
        </pc:sldMkLst>
      </pc:sldChg>
      <pc:sldChg chg="modSp del">
        <pc:chgData name="Thanos Michailoudis" userId="66691cf1d2ab30d4" providerId="LiveId" clId="{0646FE3A-45F8-44CF-BF91-93EC75A09D8C}" dt="2025-06-15T10:25:37.763" v="3854" actId="47"/>
        <pc:sldMkLst>
          <pc:docMk/>
          <pc:sldMk cId="3422337209" sldId="594"/>
        </pc:sldMkLst>
      </pc:sldChg>
      <pc:sldChg chg="addSp delSp modSp mod ord modNotesTx">
        <pc:chgData name="Thanos Michailoudis" userId="66691cf1d2ab30d4" providerId="LiveId" clId="{0646FE3A-45F8-44CF-BF91-93EC75A09D8C}" dt="2025-06-17T10:29:39.149" v="13808" actId="20577"/>
        <pc:sldMkLst>
          <pc:docMk/>
          <pc:sldMk cId="2515096681" sldId="595"/>
        </pc:sldMkLst>
        <pc:spChg chg="mod">
          <ac:chgData name="Thanos Michailoudis" userId="66691cf1d2ab30d4" providerId="LiveId" clId="{0646FE3A-45F8-44CF-BF91-93EC75A09D8C}" dt="2025-06-15T11:53:52.192" v="5244" actId="20577"/>
          <ac:spMkLst>
            <pc:docMk/>
            <pc:sldMk cId="2515096681" sldId="595"/>
            <ac:spMk id="2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6T11:41:08.291" v="8126" actId="20577"/>
          <ac:spMkLst>
            <pc:docMk/>
            <pc:sldMk cId="2515096681" sldId="595"/>
            <ac:spMk id="3" creationId="{00000000-0000-0000-0000-000000000000}"/>
          </ac:spMkLst>
        </pc:spChg>
        <pc:spChg chg="add mod">
          <ac:chgData name="Thanos Michailoudis" userId="66691cf1d2ab30d4" providerId="LiveId" clId="{0646FE3A-45F8-44CF-BF91-93EC75A09D8C}" dt="2025-06-15T14:16:04.182" v="5901" actId="2711"/>
          <ac:spMkLst>
            <pc:docMk/>
            <pc:sldMk cId="2515096681" sldId="595"/>
            <ac:spMk id="7" creationId="{8D1A89EB-1A2F-E31D-2EF1-D1D7B56441D7}"/>
          </ac:spMkLst>
        </pc:spChg>
        <pc:picChg chg="add mod">
          <ac:chgData name="Thanos Michailoudis" userId="66691cf1d2ab30d4" providerId="LiveId" clId="{0646FE3A-45F8-44CF-BF91-93EC75A09D8C}" dt="2025-06-15T11:52:54.190" v="5234" actId="1076"/>
          <ac:picMkLst>
            <pc:docMk/>
            <pc:sldMk cId="2515096681" sldId="595"/>
            <ac:picMk id="5" creationId="{C95487A7-9A50-088E-2A6A-AF75D258FF22}"/>
          </ac:picMkLst>
        </pc:picChg>
      </pc:sldChg>
      <pc:sldChg chg="addSp delSp modSp mod modAnim modNotesTx">
        <pc:chgData name="Thanos Michailoudis" userId="66691cf1d2ab30d4" providerId="LiveId" clId="{0646FE3A-45F8-44CF-BF91-93EC75A09D8C}" dt="2025-06-17T11:49:12.496" v="15662" actId="20577"/>
        <pc:sldMkLst>
          <pc:docMk/>
          <pc:sldMk cId="4069437176" sldId="596"/>
        </pc:sldMkLst>
        <pc:spChg chg="mod">
          <ac:chgData name="Thanos Michailoudis" userId="66691cf1d2ab30d4" providerId="LiveId" clId="{0646FE3A-45F8-44CF-BF91-93EC75A09D8C}" dt="2025-06-15T14:41:48.948" v="6460" actId="20577"/>
          <ac:spMkLst>
            <pc:docMk/>
            <pc:sldMk cId="4069437176" sldId="596"/>
            <ac:spMk id="2" creationId="{00000000-0000-0000-0000-000000000000}"/>
          </ac:spMkLst>
        </pc:spChg>
        <pc:spChg chg="mod">
          <ac:chgData name="Thanos Michailoudis" userId="66691cf1d2ab30d4" providerId="LiveId" clId="{0646FE3A-45F8-44CF-BF91-93EC75A09D8C}" dt="2025-06-17T11:45:16.096" v="15331" actId="6549"/>
          <ac:spMkLst>
            <pc:docMk/>
            <pc:sldMk cId="4069437176" sldId="596"/>
            <ac:spMk id="3" creationId="{00000000-0000-0000-0000-000000000000}"/>
          </ac:spMkLst>
        </pc:spChg>
        <pc:picChg chg="add mod">
          <ac:chgData name="Thanos Michailoudis" userId="66691cf1d2ab30d4" providerId="LiveId" clId="{0646FE3A-45F8-44CF-BF91-93EC75A09D8C}" dt="2025-06-15T14:14:20.643" v="5899" actId="1076"/>
          <ac:picMkLst>
            <pc:docMk/>
            <pc:sldMk cId="4069437176" sldId="596"/>
            <ac:picMk id="5" creationId="{84415A40-4548-245E-CDAA-9840EDB8A3B6}"/>
          </ac:picMkLst>
        </pc:picChg>
      </pc:sldChg>
      <pc:sldChg chg="modSp del">
        <pc:chgData name="Thanos Michailoudis" userId="66691cf1d2ab30d4" providerId="LiveId" clId="{0646FE3A-45F8-44CF-BF91-93EC75A09D8C}" dt="2025-06-15T15:08:01.232" v="6943" actId="47"/>
        <pc:sldMkLst>
          <pc:docMk/>
          <pc:sldMk cId="369178742" sldId="597"/>
        </pc:sldMkLst>
      </pc:sldChg>
      <pc:sldChg chg="modSp del">
        <pc:chgData name="Thanos Michailoudis" userId="66691cf1d2ab30d4" providerId="LiveId" clId="{0646FE3A-45F8-44CF-BF91-93EC75A09D8C}" dt="2025-06-15T15:08:01.232" v="6943" actId="47"/>
        <pc:sldMkLst>
          <pc:docMk/>
          <pc:sldMk cId="2749846797" sldId="598"/>
        </pc:sldMkLst>
      </pc:sldChg>
      <pc:sldChg chg="modSp del">
        <pc:chgData name="Thanos Michailoudis" userId="66691cf1d2ab30d4" providerId="LiveId" clId="{0646FE3A-45F8-44CF-BF91-93EC75A09D8C}" dt="2025-06-15T15:08:01.232" v="6943" actId="47"/>
        <pc:sldMkLst>
          <pc:docMk/>
          <pc:sldMk cId="2498737708" sldId="599"/>
        </pc:sldMkLst>
      </pc:sldChg>
      <pc:sldChg chg="addSp delSp modSp mod modNotesTx">
        <pc:chgData name="Thanos Michailoudis" userId="66691cf1d2ab30d4" providerId="LiveId" clId="{0646FE3A-45F8-44CF-BF91-93EC75A09D8C}" dt="2025-06-17T11:07:32.930" v="14508" actId="20577"/>
        <pc:sldMkLst>
          <pc:docMk/>
          <pc:sldMk cId="3936770289" sldId="600"/>
        </pc:sldMkLst>
        <pc:spChg chg="mod">
          <ac:chgData name="Thanos Michailoudis" userId="66691cf1d2ab30d4" providerId="LiveId" clId="{0646FE3A-45F8-44CF-BF91-93EC75A09D8C}" dt="2025-06-14T09:33:44.401" v="172" actId="790"/>
          <ac:spMkLst>
            <pc:docMk/>
            <pc:sldMk cId="3936770289" sldId="600"/>
            <ac:spMk id="2" creationId="{C77F44A9-E0E0-4109-807D-B254F6D15082}"/>
          </ac:spMkLst>
        </pc:spChg>
        <pc:spChg chg="mod">
          <ac:chgData name="Thanos Michailoudis" userId="66691cf1d2ab30d4" providerId="LiveId" clId="{0646FE3A-45F8-44CF-BF91-93EC75A09D8C}" dt="2025-06-16T10:48:36.076" v="8073" actId="20577"/>
          <ac:spMkLst>
            <pc:docMk/>
            <pc:sldMk cId="3936770289" sldId="600"/>
            <ac:spMk id="3" creationId="{E0F5931D-3CB0-440C-A343-7569E097F53E}"/>
          </ac:spMkLst>
        </pc:spChg>
        <pc:spChg chg="mod">
          <ac:chgData name="Thanos Michailoudis" userId="66691cf1d2ab30d4" providerId="LiveId" clId="{0646FE3A-45F8-44CF-BF91-93EC75A09D8C}" dt="2025-06-14T09:33:44.401" v="172" actId="790"/>
          <ac:spMkLst>
            <pc:docMk/>
            <pc:sldMk cId="3936770289" sldId="600"/>
            <ac:spMk id="4" creationId="{92F54D3D-C8EC-482B-8A23-B505201E1996}"/>
          </ac:spMkLst>
        </pc:spChg>
        <pc:spChg chg="add del">
          <ac:chgData name="Thanos Michailoudis" userId="66691cf1d2ab30d4" providerId="LiveId" clId="{0646FE3A-45F8-44CF-BF91-93EC75A09D8C}" dt="2025-06-17T08:45:38.798" v="9429" actId="22"/>
          <ac:spMkLst>
            <pc:docMk/>
            <pc:sldMk cId="3936770289" sldId="600"/>
            <ac:spMk id="6" creationId="{DC47F89C-AD87-267B-654F-35320526F784}"/>
          </ac:spMkLst>
        </pc:spChg>
      </pc:sldChg>
      <pc:sldChg chg="modSp add del mod modShow">
        <pc:chgData name="Thanos Michailoudis" userId="66691cf1d2ab30d4" providerId="LiveId" clId="{0646FE3A-45F8-44CF-BF91-93EC75A09D8C}" dt="2025-06-15T15:00:46.693" v="6656" actId="47"/>
        <pc:sldMkLst>
          <pc:docMk/>
          <pc:sldMk cId="3741963016" sldId="601"/>
        </pc:sldMkLst>
      </pc:sldChg>
      <pc:sldChg chg="addSp delSp modSp add mod modNotesTx">
        <pc:chgData name="Thanos Michailoudis" userId="66691cf1d2ab30d4" providerId="LiveId" clId="{0646FE3A-45F8-44CF-BF91-93EC75A09D8C}" dt="2025-06-17T11:41:34.191" v="15260" actId="33524"/>
        <pc:sldMkLst>
          <pc:docMk/>
          <pc:sldMk cId="3955135817" sldId="602"/>
        </pc:sldMkLst>
        <pc:spChg chg="mod">
          <ac:chgData name="Thanos Michailoudis" userId="66691cf1d2ab30d4" providerId="LiveId" clId="{0646FE3A-45F8-44CF-BF91-93EC75A09D8C}" dt="2025-06-15T13:54:08.463" v="5293" actId="20577"/>
          <ac:spMkLst>
            <pc:docMk/>
            <pc:sldMk cId="3955135817" sldId="602"/>
            <ac:spMk id="2" creationId="{8775F036-9565-25E9-91DF-B2A0C8B9CAF7}"/>
          </ac:spMkLst>
        </pc:spChg>
        <pc:spChg chg="mod">
          <ac:chgData name="Thanos Michailoudis" userId="66691cf1d2ab30d4" providerId="LiveId" clId="{0646FE3A-45F8-44CF-BF91-93EC75A09D8C}" dt="2025-06-16T11:40:23.620" v="8122" actId="20577"/>
          <ac:spMkLst>
            <pc:docMk/>
            <pc:sldMk cId="3955135817" sldId="602"/>
            <ac:spMk id="3" creationId="{BD9A2998-9CA9-5089-B67D-6F63A69CCC54}"/>
          </ac:spMkLst>
        </pc:spChg>
        <pc:spChg chg="add mod">
          <ac:chgData name="Thanos Michailoudis" userId="66691cf1d2ab30d4" providerId="LiveId" clId="{0646FE3A-45F8-44CF-BF91-93EC75A09D8C}" dt="2025-06-15T14:10:33.892" v="5895" actId="1076"/>
          <ac:spMkLst>
            <pc:docMk/>
            <pc:sldMk cId="3955135817" sldId="602"/>
            <ac:spMk id="8" creationId="{A797182E-9221-0CA8-CBB6-8101266180A2}"/>
          </ac:spMkLst>
        </pc:spChg>
        <pc:picChg chg="add mod modCrop">
          <ac:chgData name="Thanos Michailoudis" userId="66691cf1d2ab30d4" providerId="LiveId" clId="{0646FE3A-45F8-44CF-BF91-93EC75A09D8C}" dt="2025-06-15T14:09:50.737" v="5886" actId="1076"/>
          <ac:picMkLst>
            <pc:docMk/>
            <pc:sldMk cId="3955135817" sldId="602"/>
            <ac:picMk id="7" creationId="{AC29FE9D-2C03-8552-B2EA-C70C60592DBE}"/>
          </ac:picMkLst>
        </pc:picChg>
      </pc:sldChg>
      <pc:sldChg chg="delSp modSp add mod modNotesTx">
        <pc:chgData name="Thanos Michailoudis" userId="66691cf1d2ab30d4" providerId="LiveId" clId="{0646FE3A-45F8-44CF-BF91-93EC75A09D8C}" dt="2025-06-17T10:27:45.187" v="13640" actId="20577"/>
        <pc:sldMkLst>
          <pc:docMk/>
          <pc:sldMk cId="4130232609" sldId="603"/>
        </pc:sldMkLst>
        <pc:spChg chg="mod">
          <ac:chgData name="Thanos Michailoudis" userId="66691cf1d2ab30d4" providerId="LiveId" clId="{0646FE3A-45F8-44CF-BF91-93EC75A09D8C}" dt="2025-06-15T14:25:25.023" v="6265" actId="20577"/>
          <ac:spMkLst>
            <pc:docMk/>
            <pc:sldMk cId="4130232609" sldId="603"/>
            <ac:spMk id="3" creationId="{3E23C0F8-19EB-0132-E5E0-F789FE035EB1}"/>
          </ac:spMkLst>
        </pc:spChg>
      </pc:sldChg>
      <pc:sldChg chg="addSp modSp add mod modAnim modNotesTx">
        <pc:chgData name="Thanos Michailoudis" userId="66691cf1d2ab30d4" providerId="LiveId" clId="{0646FE3A-45F8-44CF-BF91-93EC75A09D8C}" dt="2025-06-17T11:50:46.329" v="15694" actId="20577"/>
        <pc:sldMkLst>
          <pc:docMk/>
          <pc:sldMk cId="2432440801" sldId="604"/>
        </pc:sldMkLst>
        <pc:spChg chg="mod">
          <ac:chgData name="Thanos Michailoudis" userId="66691cf1d2ab30d4" providerId="LiveId" clId="{0646FE3A-45F8-44CF-BF91-93EC75A09D8C}" dt="2025-06-15T15:00:28.552" v="6653" actId="20577"/>
          <ac:spMkLst>
            <pc:docMk/>
            <pc:sldMk cId="2432440801" sldId="604"/>
            <ac:spMk id="2" creationId="{E984D955-6E9D-AE6F-7C51-EE7BA5A60665}"/>
          </ac:spMkLst>
        </pc:spChg>
        <pc:spChg chg="mod">
          <ac:chgData name="Thanos Michailoudis" userId="66691cf1d2ab30d4" providerId="LiveId" clId="{0646FE3A-45F8-44CF-BF91-93EC75A09D8C}" dt="2025-06-16T11:43:50.044" v="8168" actId="20577"/>
          <ac:spMkLst>
            <pc:docMk/>
            <pc:sldMk cId="2432440801" sldId="604"/>
            <ac:spMk id="3" creationId="{F29ACB2C-023C-5B7F-0CCA-2A95C4142A30}"/>
          </ac:spMkLst>
        </pc:spChg>
        <pc:spChg chg="add mod">
          <ac:chgData name="Thanos Michailoudis" userId="66691cf1d2ab30d4" providerId="LiveId" clId="{0646FE3A-45F8-44CF-BF91-93EC75A09D8C}" dt="2025-06-17T10:48:23.851" v="14143" actId="14100"/>
          <ac:spMkLst>
            <pc:docMk/>
            <pc:sldMk cId="2432440801" sldId="604"/>
            <ac:spMk id="4" creationId="{C94ABD87-1603-3002-902F-8A86CBFE200A}"/>
          </ac:spMkLst>
        </pc:spChg>
        <pc:spChg chg="add mod">
          <ac:chgData name="Thanos Michailoudis" userId="66691cf1d2ab30d4" providerId="LiveId" clId="{0646FE3A-45F8-44CF-BF91-93EC75A09D8C}" dt="2025-06-17T10:48:39.708" v="14145" actId="1076"/>
          <ac:spMkLst>
            <pc:docMk/>
            <pc:sldMk cId="2432440801" sldId="604"/>
            <ac:spMk id="6" creationId="{4059C5B1-93A3-310E-9853-360856EE879C}"/>
          </ac:spMkLst>
        </pc:spChg>
        <pc:spChg chg="add mod">
          <ac:chgData name="Thanos Michailoudis" userId="66691cf1d2ab30d4" providerId="LiveId" clId="{0646FE3A-45F8-44CF-BF91-93EC75A09D8C}" dt="2025-06-17T10:50:57.242" v="14160" actId="208"/>
          <ac:spMkLst>
            <pc:docMk/>
            <pc:sldMk cId="2432440801" sldId="604"/>
            <ac:spMk id="7" creationId="{4DC08678-E594-A684-6E4D-7327FBEE44A2}"/>
          </ac:spMkLst>
        </pc:spChg>
        <pc:spChg chg="add mod">
          <ac:chgData name="Thanos Michailoudis" userId="66691cf1d2ab30d4" providerId="LiveId" clId="{0646FE3A-45F8-44CF-BF91-93EC75A09D8C}" dt="2025-06-17T10:51:02.227" v="14161" actId="208"/>
          <ac:spMkLst>
            <pc:docMk/>
            <pc:sldMk cId="2432440801" sldId="604"/>
            <ac:spMk id="8" creationId="{10EDDA77-6BC4-8CDC-AD7E-2EB664A7BC4B}"/>
          </ac:spMkLst>
        </pc:spChg>
        <pc:picChg chg="mod">
          <ac:chgData name="Thanos Michailoudis" userId="66691cf1d2ab30d4" providerId="LiveId" clId="{0646FE3A-45F8-44CF-BF91-93EC75A09D8C}" dt="2025-06-17T10:48:15.290" v="14141" actId="1076"/>
          <ac:picMkLst>
            <pc:docMk/>
            <pc:sldMk cId="2432440801" sldId="604"/>
            <ac:picMk id="5" creationId="{0D7947F9-1EC3-A19A-22B6-DC8967E1101E}"/>
          </ac:picMkLst>
        </pc:picChg>
      </pc:sldChg>
      <pc:sldChg chg="add del">
        <pc:chgData name="Thanos Michailoudis" userId="66691cf1d2ab30d4" providerId="LiveId" clId="{0646FE3A-45F8-44CF-BF91-93EC75A09D8C}" dt="2025-06-15T15:08:01.232" v="6943" actId="47"/>
        <pc:sldMkLst>
          <pc:docMk/>
          <pc:sldMk cId="866296949" sldId="605"/>
        </pc:sldMkLst>
      </pc:sldChg>
      <pc:sldChg chg="addSp delSp modSp add mod modAnim modNotesTx">
        <pc:chgData name="Thanos Michailoudis" userId="66691cf1d2ab30d4" providerId="LiveId" clId="{0646FE3A-45F8-44CF-BF91-93EC75A09D8C}" dt="2025-06-17T12:04:59.950" v="16181" actId="20577"/>
        <pc:sldMkLst>
          <pc:docMk/>
          <pc:sldMk cId="1378592107" sldId="605"/>
        </pc:sldMkLst>
        <pc:spChg chg="mod">
          <ac:chgData name="Thanos Michailoudis" userId="66691cf1d2ab30d4" providerId="LiveId" clId="{0646FE3A-45F8-44CF-BF91-93EC75A09D8C}" dt="2025-06-15T15:08:07.059" v="6946" actId="20577"/>
          <ac:spMkLst>
            <pc:docMk/>
            <pc:sldMk cId="1378592107" sldId="605"/>
            <ac:spMk id="2" creationId="{7815BEA8-95A6-9228-DCFE-88817460C705}"/>
          </ac:spMkLst>
        </pc:spChg>
        <pc:spChg chg="mod">
          <ac:chgData name="Thanos Michailoudis" userId="66691cf1d2ab30d4" providerId="LiveId" clId="{0646FE3A-45F8-44CF-BF91-93EC75A09D8C}" dt="2025-06-17T12:00:57.316" v="15907" actId="27636"/>
          <ac:spMkLst>
            <pc:docMk/>
            <pc:sldMk cId="1378592107" sldId="605"/>
            <ac:spMk id="3" creationId="{0FEFCA50-80A3-FF12-51D9-8E71065CFBE4}"/>
          </ac:spMkLst>
        </pc:spChg>
        <pc:spChg chg="add mod">
          <ac:chgData name="Thanos Michailoudis" userId="66691cf1d2ab30d4" providerId="LiveId" clId="{0646FE3A-45F8-44CF-BF91-93EC75A09D8C}" dt="2025-06-16T12:11:07.434" v="8860" actId="1076"/>
          <ac:spMkLst>
            <pc:docMk/>
            <pc:sldMk cId="1378592107" sldId="605"/>
            <ac:spMk id="7" creationId="{3DB41559-0C01-B7D7-BDDC-8B8A2F0F4247}"/>
          </ac:spMkLst>
        </pc:spChg>
        <pc:picChg chg="add mod">
          <ac:chgData name="Thanos Michailoudis" userId="66691cf1d2ab30d4" providerId="LiveId" clId="{0646FE3A-45F8-44CF-BF91-93EC75A09D8C}" dt="2025-06-16T12:11:07.434" v="8860" actId="1076"/>
          <ac:picMkLst>
            <pc:docMk/>
            <pc:sldMk cId="1378592107" sldId="605"/>
            <ac:picMk id="6" creationId="{BDCD6F2D-B8D4-C61B-4A47-A676127DB7F4}"/>
          </ac:picMkLst>
        </pc:picChg>
      </pc:sldChg>
      <pc:sldChg chg="addSp delSp modSp add mod ord modAnim modNotesTx">
        <pc:chgData name="Thanos Michailoudis" userId="66691cf1d2ab30d4" providerId="LiveId" clId="{0646FE3A-45F8-44CF-BF91-93EC75A09D8C}" dt="2025-06-17T11:30:30.512" v="15041" actId="20577"/>
        <pc:sldMkLst>
          <pc:docMk/>
          <pc:sldMk cId="1618253145" sldId="606"/>
        </pc:sldMkLst>
        <pc:spChg chg="mod">
          <ac:chgData name="Thanos Michailoudis" userId="66691cf1d2ab30d4" providerId="LiveId" clId="{0646FE3A-45F8-44CF-BF91-93EC75A09D8C}" dt="2025-06-15T15:26:06.074" v="7343" actId="20577"/>
          <ac:spMkLst>
            <pc:docMk/>
            <pc:sldMk cId="1618253145" sldId="606"/>
            <ac:spMk id="2" creationId="{77CE3388-3788-1508-15EF-DC997F872E59}"/>
          </ac:spMkLst>
        </pc:spChg>
        <pc:spChg chg="mod">
          <ac:chgData name="Thanos Michailoudis" userId="66691cf1d2ab30d4" providerId="LiveId" clId="{0646FE3A-45F8-44CF-BF91-93EC75A09D8C}" dt="2025-06-17T09:50:19.117" v="11572" actId="6549"/>
          <ac:spMkLst>
            <pc:docMk/>
            <pc:sldMk cId="1618253145" sldId="606"/>
            <ac:spMk id="3" creationId="{A8269071-07C6-A2B4-BC26-09909D1636FE}"/>
          </ac:spMkLst>
        </pc:spChg>
      </pc:sldChg>
      <pc:sldMasterChg chg="modSp mod modSldLayout">
        <pc:chgData name="Thanos Michailoudis" userId="66691cf1d2ab30d4" providerId="LiveId" clId="{0646FE3A-45F8-44CF-BF91-93EC75A09D8C}" dt="2025-06-14T08:38:51.186" v="171" actId="14100"/>
        <pc:sldMasterMkLst>
          <pc:docMk/>
          <pc:sldMasterMk cId="0" sldId="2147483648"/>
        </pc:sldMasterMkLst>
        <pc:spChg chg="mod">
          <ac:chgData name="Thanos Michailoudis" userId="66691cf1d2ab30d4" providerId="LiveId" clId="{0646FE3A-45F8-44CF-BF91-93EC75A09D8C}" dt="2025-06-14T08:36:19.859" v="130" actId="1076"/>
          <ac:spMkLst>
            <pc:docMk/>
            <pc:sldMasterMk cId="0" sldId="2147483648"/>
            <ac:spMk id="4" creationId="{10A72152-090E-4D9B-B1E4-79E8284022C1}"/>
          </ac:spMkLst>
        </pc:spChg>
        <pc:spChg chg="mod">
          <ac:chgData name="Thanos Michailoudis" userId="66691cf1d2ab30d4" providerId="LiveId" clId="{0646FE3A-45F8-44CF-BF91-93EC75A09D8C}" dt="2025-06-14T08:38:51.186" v="171" actId="14100"/>
          <ac:spMkLst>
            <pc:docMk/>
            <pc:sldMasterMk cId="0" sldId="2147483648"/>
            <ac:spMk id="5" creationId="{8959A8B4-9AA5-42EB-B993-992EA9A305F8}"/>
          </ac:spMkLst>
        </pc:spChg>
        <pc:spChg chg="mod">
          <ac:chgData name="Thanos Michailoudis" userId="66691cf1d2ab30d4" providerId="LiveId" clId="{0646FE3A-45F8-44CF-BF91-93EC75A09D8C}" dt="2025-06-14T08:36:49.620" v="136" actId="20577"/>
          <ac:spMkLst>
            <pc:docMk/>
            <pc:sldMasterMk cId="0" sldId="2147483648"/>
            <ac:spMk id="40" creationId="{3C358912-3691-4165-BA21-02B0D153108D}"/>
          </ac:spMkLst>
        </pc:spChg>
        <pc:sldLayoutChg chg="addSp delSp modSp">
          <pc:chgData name="Thanos Michailoudis" userId="66691cf1d2ab30d4" providerId="LiveId" clId="{0646FE3A-45F8-44CF-BF91-93EC75A09D8C}" dt="2025-06-14T08:34:54.785" v="111"/>
          <pc:sldLayoutMkLst>
            <pc:docMk/>
            <pc:sldMasterMk cId="0" sldId="2147483648"/>
            <pc:sldLayoutMk cId="0" sldId="2147483650"/>
          </pc:sldLayoutMkLst>
          <pc:spChg chg="add mod">
            <ac:chgData name="Thanos Michailoudis" userId="66691cf1d2ab30d4" providerId="LiveId" clId="{0646FE3A-45F8-44CF-BF91-93EC75A09D8C}" dt="2025-06-14T08:34:54.785" v="111"/>
            <ac:spMkLst>
              <pc:docMk/>
              <pc:sldMasterMk cId="0" sldId="2147483648"/>
              <pc:sldLayoutMk cId="0" sldId="2147483650"/>
              <ac:spMk id="4" creationId="{9CF1D756-7FB2-6B49-81D7-0D634CB35225}"/>
            </ac:spMkLst>
          </pc:spChg>
        </pc:sldLayoutChg>
      </pc:sldMasterChg>
      <pc:sldMasterChg chg="new del mod addSldLayout delSldLayout">
        <pc:chgData name="Thanos Michailoudis" userId="66691cf1d2ab30d4" providerId="LiveId" clId="{0646FE3A-45F8-44CF-BF91-93EC75A09D8C}" dt="2025-06-14T08:34:32.129" v="109" actId="6938"/>
        <pc:sldMasterMkLst>
          <pc:docMk/>
          <pc:sldMasterMk cId="1924980711" sldId="2147483666"/>
        </pc:sldMasterMkLst>
        <pc:sldLayoutChg chg="new del replId">
          <pc:chgData name="Thanos Michailoudis" userId="66691cf1d2ab30d4" providerId="LiveId" clId="{0646FE3A-45F8-44CF-BF91-93EC75A09D8C}" dt="2025-06-14T08:34:32.129" v="109" actId="6938"/>
          <pc:sldLayoutMkLst>
            <pc:docMk/>
            <pc:sldMasterMk cId="1924980711" sldId="2147483666"/>
            <pc:sldLayoutMk cId="4212820034" sldId="2147483667"/>
          </pc:sldLayoutMkLst>
        </pc:sldLayoutChg>
        <pc:sldLayoutChg chg="new del replId">
          <pc:chgData name="Thanos Michailoudis" userId="66691cf1d2ab30d4" providerId="LiveId" clId="{0646FE3A-45F8-44CF-BF91-93EC75A09D8C}" dt="2025-06-14T08:34:32.129" v="109" actId="6938"/>
          <pc:sldLayoutMkLst>
            <pc:docMk/>
            <pc:sldMasterMk cId="1924980711" sldId="2147483666"/>
            <pc:sldLayoutMk cId="695761041" sldId="2147483668"/>
          </pc:sldLayoutMkLst>
        </pc:sldLayoutChg>
        <pc:sldLayoutChg chg="new del replId">
          <pc:chgData name="Thanos Michailoudis" userId="66691cf1d2ab30d4" providerId="LiveId" clId="{0646FE3A-45F8-44CF-BF91-93EC75A09D8C}" dt="2025-06-14T08:34:32.129" v="109" actId="6938"/>
          <pc:sldLayoutMkLst>
            <pc:docMk/>
            <pc:sldMasterMk cId="1924980711" sldId="2147483666"/>
            <pc:sldLayoutMk cId="2531556125" sldId="2147483669"/>
          </pc:sldLayoutMkLst>
        </pc:sldLayoutChg>
        <pc:sldLayoutChg chg="new del replId">
          <pc:chgData name="Thanos Michailoudis" userId="66691cf1d2ab30d4" providerId="LiveId" clId="{0646FE3A-45F8-44CF-BF91-93EC75A09D8C}" dt="2025-06-14T08:34:32.129" v="109" actId="6938"/>
          <pc:sldLayoutMkLst>
            <pc:docMk/>
            <pc:sldMasterMk cId="1924980711" sldId="2147483666"/>
            <pc:sldLayoutMk cId="323662797" sldId="2147483670"/>
          </pc:sldLayoutMkLst>
        </pc:sldLayoutChg>
        <pc:sldLayoutChg chg="new del replId">
          <pc:chgData name="Thanos Michailoudis" userId="66691cf1d2ab30d4" providerId="LiveId" clId="{0646FE3A-45F8-44CF-BF91-93EC75A09D8C}" dt="2025-06-14T08:34:32.129" v="109" actId="6938"/>
          <pc:sldLayoutMkLst>
            <pc:docMk/>
            <pc:sldMasterMk cId="1924980711" sldId="2147483666"/>
            <pc:sldLayoutMk cId="2683157521" sldId="2147483671"/>
          </pc:sldLayoutMkLst>
        </pc:sldLayoutChg>
        <pc:sldLayoutChg chg="new del replId">
          <pc:chgData name="Thanos Michailoudis" userId="66691cf1d2ab30d4" providerId="LiveId" clId="{0646FE3A-45F8-44CF-BF91-93EC75A09D8C}" dt="2025-06-14T08:34:32.129" v="109" actId="6938"/>
          <pc:sldLayoutMkLst>
            <pc:docMk/>
            <pc:sldMasterMk cId="1924980711" sldId="2147483666"/>
            <pc:sldLayoutMk cId="2633771126" sldId="2147483672"/>
          </pc:sldLayoutMkLst>
        </pc:sldLayoutChg>
        <pc:sldLayoutChg chg="new del replId">
          <pc:chgData name="Thanos Michailoudis" userId="66691cf1d2ab30d4" providerId="LiveId" clId="{0646FE3A-45F8-44CF-BF91-93EC75A09D8C}" dt="2025-06-14T08:34:32.129" v="109" actId="6938"/>
          <pc:sldLayoutMkLst>
            <pc:docMk/>
            <pc:sldMasterMk cId="1924980711" sldId="2147483666"/>
            <pc:sldLayoutMk cId="2950315435" sldId="2147483673"/>
          </pc:sldLayoutMkLst>
        </pc:sldLayoutChg>
        <pc:sldLayoutChg chg="new del replId">
          <pc:chgData name="Thanos Michailoudis" userId="66691cf1d2ab30d4" providerId="LiveId" clId="{0646FE3A-45F8-44CF-BF91-93EC75A09D8C}" dt="2025-06-14T08:34:32.129" v="109" actId="6938"/>
          <pc:sldLayoutMkLst>
            <pc:docMk/>
            <pc:sldMasterMk cId="1924980711" sldId="2147483666"/>
            <pc:sldLayoutMk cId="1466298842" sldId="2147483674"/>
          </pc:sldLayoutMkLst>
        </pc:sldLayoutChg>
        <pc:sldLayoutChg chg="new del replId">
          <pc:chgData name="Thanos Michailoudis" userId="66691cf1d2ab30d4" providerId="LiveId" clId="{0646FE3A-45F8-44CF-BF91-93EC75A09D8C}" dt="2025-06-14T08:34:32.129" v="109" actId="6938"/>
          <pc:sldLayoutMkLst>
            <pc:docMk/>
            <pc:sldMasterMk cId="1924980711" sldId="2147483666"/>
            <pc:sldLayoutMk cId="1223906954" sldId="2147483675"/>
          </pc:sldLayoutMkLst>
        </pc:sldLayoutChg>
        <pc:sldLayoutChg chg="new del replId">
          <pc:chgData name="Thanos Michailoudis" userId="66691cf1d2ab30d4" providerId="LiveId" clId="{0646FE3A-45F8-44CF-BF91-93EC75A09D8C}" dt="2025-06-14T08:34:32.129" v="109" actId="6938"/>
          <pc:sldLayoutMkLst>
            <pc:docMk/>
            <pc:sldMasterMk cId="1924980711" sldId="2147483666"/>
            <pc:sldLayoutMk cId="156337554" sldId="2147483676"/>
          </pc:sldLayoutMkLst>
        </pc:sldLayoutChg>
        <pc:sldLayoutChg chg="new del replId">
          <pc:chgData name="Thanos Michailoudis" userId="66691cf1d2ab30d4" providerId="LiveId" clId="{0646FE3A-45F8-44CF-BF91-93EC75A09D8C}" dt="2025-06-14T08:34:32.129" v="109" actId="6938"/>
          <pc:sldLayoutMkLst>
            <pc:docMk/>
            <pc:sldMasterMk cId="1924980711" sldId="2147483666"/>
            <pc:sldLayoutMk cId="1581064915" sldId="2147483677"/>
          </pc:sldLayoutMkLst>
        </pc:sldLayoutChg>
      </pc:sldMasterChg>
    </pc:docChg>
  </pc:docChgLst>
  <pc:docChgLst>
    <pc:chgData name="Thanos Michailoudis" userId="66691cf1d2ab30d4" providerId="LiveId" clId="{9CE49A6B-FE70-48D1-ADA9-5CE659DEF8FD}"/>
    <pc:docChg chg="undo custSel modSld">
      <pc:chgData name="Thanos Michailoudis" userId="66691cf1d2ab30d4" providerId="LiveId" clId="{9CE49A6B-FE70-48D1-ADA9-5CE659DEF8FD}" dt="2025-06-17T15:21:12.385" v="404" actId="20577"/>
      <pc:docMkLst>
        <pc:docMk/>
      </pc:docMkLst>
      <pc:sldChg chg="modNotesTx">
        <pc:chgData name="Thanos Michailoudis" userId="66691cf1d2ab30d4" providerId="LiveId" clId="{9CE49A6B-FE70-48D1-ADA9-5CE659DEF8FD}" dt="2025-06-17T15:21:12.385" v="404" actId="20577"/>
        <pc:sldMkLst>
          <pc:docMk/>
          <pc:sldMk cId="555387735" sldId="570"/>
        </pc:sldMkLst>
      </pc:sldChg>
      <pc:sldChg chg="modNotesTx">
        <pc:chgData name="Thanos Michailoudis" userId="66691cf1d2ab30d4" providerId="LiveId" clId="{9CE49A6B-FE70-48D1-ADA9-5CE659DEF8FD}" dt="2025-06-17T14:17:22.452" v="330" actId="20577"/>
        <pc:sldMkLst>
          <pc:docMk/>
          <pc:sldMk cId="698684786" sldId="571"/>
        </pc:sldMkLst>
      </pc:sldChg>
      <pc:sldChg chg="modSp mod modNotesTx">
        <pc:chgData name="Thanos Michailoudis" userId="66691cf1d2ab30d4" providerId="LiveId" clId="{9CE49A6B-FE70-48D1-ADA9-5CE659DEF8FD}" dt="2025-06-17T14:20:07.217" v="347" actId="20577"/>
        <pc:sldMkLst>
          <pc:docMk/>
          <pc:sldMk cId="982166116" sldId="572"/>
        </pc:sldMkLst>
        <pc:spChg chg="mod">
          <ac:chgData name="Thanos Michailoudis" userId="66691cf1d2ab30d4" providerId="LiveId" clId="{9CE49A6B-FE70-48D1-ADA9-5CE659DEF8FD}" dt="2025-06-17T13:26:21.349" v="45" actId="1035"/>
          <ac:spMkLst>
            <pc:docMk/>
            <pc:sldMk cId="982166116" sldId="572"/>
            <ac:spMk id="3" creationId="{00000000-0000-0000-0000-000000000000}"/>
          </ac:spMkLst>
        </pc:spChg>
      </pc:sldChg>
      <pc:sldChg chg="modNotesTx">
        <pc:chgData name="Thanos Michailoudis" userId="66691cf1d2ab30d4" providerId="LiveId" clId="{9CE49A6B-FE70-48D1-ADA9-5CE659DEF8FD}" dt="2025-06-17T14:58:16.755" v="376" actId="20577"/>
        <pc:sldMkLst>
          <pc:docMk/>
          <pc:sldMk cId="3080883071" sldId="575"/>
        </pc:sldMkLst>
      </pc:sldChg>
      <pc:sldChg chg="modNotesTx">
        <pc:chgData name="Thanos Michailoudis" userId="66691cf1d2ab30d4" providerId="LiveId" clId="{9CE49A6B-FE70-48D1-ADA9-5CE659DEF8FD}" dt="2025-06-17T15:09:30.082" v="382" actId="20577"/>
        <pc:sldMkLst>
          <pc:docMk/>
          <pc:sldMk cId="1831923408" sldId="586"/>
        </pc:sldMkLst>
      </pc:sldChg>
      <pc:sldChg chg="modSp mod modNotesTx">
        <pc:chgData name="Thanos Michailoudis" userId="66691cf1d2ab30d4" providerId="LiveId" clId="{9CE49A6B-FE70-48D1-ADA9-5CE659DEF8FD}" dt="2025-06-17T15:13:57.728" v="400" actId="20577"/>
        <pc:sldMkLst>
          <pc:docMk/>
          <pc:sldMk cId="3363589126" sldId="587"/>
        </pc:sldMkLst>
        <pc:spChg chg="mod">
          <ac:chgData name="Thanos Michailoudis" userId="66691cf1d2ab30d4" providerId="LiveId" clId="{9CE49A6B-FE70-48D1-ADA9-5CE659DEF8FD}" dt="2025-06-17T15:05:10.527" v="381" actId="255"/>
          <ac:spMkLst>
            <pc:docMk/>
            <pc:sldMk cId="3363589126" sldId="587"/>
            <ac:spMk id="3" creationId="{00000000-0000-0000-0000-000000000000}"/>
          </ac:spMkLst>
        </pc:spChg>
      </pc:sldChg>
      <pc:sldChg chg="modSp modAnim modNotesTx">
        <pc:chgData name="Thanos Michailoudis" userId="66691cf1d2ab30d4" providerId="LiveId" clId="{9CE49A6B-FE70-48D1-ADA9-5CE659DEF8FD}" dt="2025-06-17T14:27:09.648" v="350" actId="6549"/>
        <pc:sldMkLst>
          <pc:docMk/>
          <pc:sldMk cId="3163934258" sldId="589"/>
        </pc:sldMkLst>
        <pc:spChg chg="mod">
          <ac:chgData name="Thanos Michailoudis" userId="66691cf1d2ab30d4" providerId="LiveId" clId="{9CE49A6B-FE70-48D1-ADA9-5CE659DEF8FD}" dt="2025-06-17T14:04:28.739" v="237" actId="20577"/>
          <ac:spMkLst>
            <pc:docMk/>
            <pc:sldMk cId="3163934258" sldId="589"/>
            <ac:spMk id="3" creationId="{00000000-0000-0000-0000-000000000000}"/>
          </ac:spMkLst>
        </pc:spChg>
      </pc:sldChg>
      <pc:sldChg chg="modNotesTx">
        <pc:chgData name="Thanos Michailoudis" userId="66691cf1d2ab30d4" providerId="LiveId" clId="{9CE49A6B-FE70-48D1-ADA9-5CE659DEF8FD}" dt="2025-06-17T14:10:10.412" v="297" actId="20577"/>
        <pc:sldMkLst>
          <pc:docMk/>
          <pc:sldMk cId="2515096681" sldId="595"/>
        </pc:sldMkLst>
      </pc:sldChg>
      <pc:sldChg chg="modNotesTx">
        <pc:chgData name="Thanos Michailoudis" userId="66691cf1d2ab30d4" providerId="LiveId" clId="{9CE49A6B-FE70-48D1-ADA9-5CE659DEF8FD}" dt="2025-06-17T14:47:48.152" v="375" actId="20577"/>
        <pc:sldMkLst>
          <pc:docMk/>
          <pc:sldMk cId="4069437176" sldId="596"/>
        </pc:sldMkLst>
      </pc:sldChg>
      <pc:sldChg chg="modNotesTx">
        <pc:chgData name="Thanos Michailoudis" userId="66691cf1d2ab30d4" providerId="LiveId" clId="{9CE49A6B-FE70-48D1-ADA9-5CE659DEF8FD}" dt="2025-06-17T14:37:10.829" v="374" actId="20577"/>
        <pc:sldMkLst>
          <pc:docMk/>
          <pc:sldMk cId="3936770289" sldId="600"/>
        </pc:sldMkLst>
      </pc:sldChg>
      <pc:sldChg chg="modNotesTx">
        <pc:chgData name="Thanos Michailoudis" userId="66691cf1d2ab30d4" providerId="LiveId" clId="{9CE49A6B-FE70-48D1-ADA9-5CE659DEF8FD}" dt="2025-06-17T15:16:12.865" v="403" actId="6549"/>
        <pc:sldMkLst>
          <pc:docMk/>
          <pc:sldMk cId="3955135817" sldId="602"/>
        </pc:sldMkLst>
      </pc:sldChg>
      <pc:sldChg chg="modSp mod modNotesTx">
        <pc:chgData name="Thanos Michailoudis" userId="66691cf1d2ab30d4" providerId="LiveId" clId="{9CE49A6B-FE70-48D1-ADA9-5CE659DEF8FD}" dt="2025-06-17T14:13:15.076" v="320" actId="1036"/>
        <pc:sldMkLst>
          <pc:docMk/>
          <pc:sldMk cId="2432440801" sldId="604"/>
        </pc:sldMkLst>
        <pc:spChg chg="mod">
          <ac:chgData name="Thanos Michailoudis" userId="66691cf1d2ab30d4" providerId="LiveId" clId="{9CE49A6B-FE70-48D1-ADA9-5CE659DEF8FD}" dt="2025-06-17T14:13:15.076" v="320" actId="1036"/>
          <ac:spMkLst>
            <pc:docMk/>
            <pc:sldMk cId="2432440801" sldId="604"/>
            <ac:spMk id="3" creationId="{F29ACB2C-023C-5B7F-0CCA-2A95C4142A30}"/>
          </ac:spMkLst>
        </pc:spChg>
      </pc:sldChg>
      <pc:sldChg chg="modNotesTx">
        <pc:chgData name="Thanos Michailoudis" userId="66691cf1d2ab30d4" providerId="LiveId" clId="{9CE49A6B-FE70-48D1-ADA9-5CE659DEF8FD}" dt="2025-06-17T14:15:43.530" v="321" actId="33524"/>
        <pc:sldMkLst>
          <pc:docMk/>
          <pc:sldMk cId="1378592107" sldId="605"/>
        </pc:sldMkLst>
      </pc:sldChg>
      <pc:sldChg chg="modSp modAnim modNotesTx">
        <pc:chgData name="Thanos Michailoudis" userId="66691cf1d2ab30d4" providerId="LiveId" clId="{9CE49A6B-FE70-48D1-ADA9-5CE659DEF8FD}" dt="2025-06-17T15:13:06.639" v="392" actId="6549"/>
        <pc:sldMkLst>
          <pc:docMk/>
          <pc:sldMk cId="1618253145" sldId="606"/>
        </pc:sldMkLst>
        <pc:spChg chg="mod">
          <ac:chgData name="Thanos Michailoudis" userId="66691cf1d2ab30d4" providerId="LiveId" clId="{9CE49A6B-FE70-48D1-ADA9-5CE659DEF8FD}" dt="2025-06-17T15:13:06.639" v="392" actId="6549"/>
          <ac:spMkLst>
            <pc:docMk/>
            <pc:sldMk cId="1618253145" sldId="606"/>
            <ac:spMk id="3" creationId="{A8269071-07C6-A2B4-BC26-09909D1636F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A179CC-B784-4D98-BC4F-69DA44EAF3A3}" type="datetimeFigureOut">
              <a:rPr lang="el-GR" smtClean="0"/>
              <a:t>18/5/2026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A69D2-B1E1-4DCA-9707-815DD755A3F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529677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C3EB85-C9E1-4251-A782-6FCF0611C348}" type="datetimeFigureOut">
              <a:rPr lang="el-GR" smtClean="0"/>
              <a:t>18/5/2026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B429B-6802-40C8-80C5-6FE544219D4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02181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B429B-6802-40C8-80C5-6FE544219D42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86883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B429B-6802-40C8-80C5-6FE544219D42}" type="slidenum">
              <a:rPr lang="el-GR" smtClean="0"/>
              <a:t>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96162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B429B-6802-40C8-80C5-6FE544219D42}" type="slidenum">
              <a:rPr lang="el-GR" smtClean="0"/>
              <a:t>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90137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B429B-6802-40C8-80C5-6FE544219D42}" type="slidenum">
              <a:rPr lang="el-GR" smtClean="0"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89308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B429B-6802-40C8-80C5-6FE544219D42}" type="slidenum">
              <a:rPr lang="el-GR" smtClean="0"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44120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B429B-6802-40C8-80C5-6FE544219D42}" type="slidenum">
              <a:rPr lang="el-GR" smtClean="0"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34297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B429B-6802-40C8-80C5-6FE544219D42}" type="slidenum">
              <a:rPr lang="el-GR" smtClean="0"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33128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B429B-6802-40C8-80C5-6FE544219D42}" type="slidenum">
              <a:rPr lang="el-GR" smtClean="0"/>
              <a:t>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268899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B429B-6802-40C8-80C5-6FE544219D42}" type="slidenum">
              <a:rPr lang="el-GR" smtClean="0"/>
              <a:t>10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720563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B429B-6802-40C8-80C5-6FE544219D42}" type="slidenum">
              <a:rPr lang="el-GR" smtClean="0"/>
              <a:t>11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488248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B429B-6802-40C8-80C5-6FE544219D42}" type="slidenum">
              <a:rPr lang="el-GR" smtClean="0"/>
              <a:t>12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061783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B429B-6802-40C8-80C5-6FE544219D42}" type="slidenum">
              <a:rPr lang="el-GR" smtClean="0"/>
              <a:t>25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01302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37133A-6550-49E8-B127-F6C52F0BA6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1673"/>
            <a:ext cx="12194977" cy="6856327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0D28FD98-CE57-4BA3-B760-659CED78DF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59" y="651024"/>
            <a:ext cx="3023525" cy="68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4F88EDBB-F74C-49BB-9A1C-56F0E9EFF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3978" y="2782669"/>
            <a:ext cx="5503920" cy="1292662"/>
          </a:xfrm>
        </p:spPr>
        <p:txBody>
          <a:bodyPr>
            <a:normAutofit/>
          </a:bodyPr>
          <a:lstStyle>
            <a:lvl1pPr algn="ctr">
              <a:defRPr lang="el-GR" sz="2600" b="1" kern="1200" dirty="0">
                <a:solidFill>
                  <a:srgbClr val="486B94"/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l-GR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CE18CE8-EDFF-4D8A-89D4-C419A3B250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1943" y="2669607"/>
            <a:ext cx="5202858" cy="1538883"/>
          </a:xfrm>
          <a:noFill/>
        </p:spPr>
        <p:txBody>
          <a:bodyPr>
            <a:normAutofit/>
          </a:bodyPr>
          <a:lstStyle>
            <a:lvl1pPr marL="0" indent="0">
              <a:buNone/>
              <a:defRPr lang="el-GR" sz="2000" kern="1200" dirty="0">
                <a:solidFill>
                  <a:schemeClr val="bg1"/>
                </a:solidFill>
                <a:latin typeface="Open Sans SemiBold" pitchFamily="34" charset="0"/>
                <a:ea typeface="Open Sans SemiBold" pitchFamily="34" charset="0"/>
                <a:cs typeface="Open Sans SemiBold" pitchFamily="34" charset="0"/>
              </a:defRPr>
            </a:lvl1pPr>
          </a:lstStyle>
          <a:p>
            <a:pPr lvl="0"/>
            <a:r>
              <a:rPr lang="en-US" dirty="0"/>
              <a:t>Edit text</a:t>
            </a:r>
            <a:endParaRPr lang="el-GR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256EF94-F1B8-4F4B-9155-C150338019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2020" y="4714148"/>
            <a:ext cx="5198923" cy="615553"/>
          </a:xfrm>
          <a:solidFill>
            <a:srgbClr val="FFFFFF">
              <a:alpha val="50196"/>
            </a:srgbClr>
          </a:solidFill>
        </p:spPr>
        <p:txBody>
          <a:bodyPr>
            <a:normAutofit/>
          </a:bodyPr>
          <a:lstStyle>
            <a:lvl1pPr marL="0" indent="0" algn="ctr">
              <a:buNone/>
              <a:defRPr lang="el-GR" sz="1700" b="1" kern="1200" dirty="0">
                <a:solidFill>
                  <a:srgbClr val="C00000"/>
                </a:solidFill>
                <a:latin typeface="Open Sans SemiBold" pitchFamily="34" charset="0"/>
                <a:ea typeface="Open Sans SemiBold" pitchFamily="34" charset="0"/>
                <a:cs typeface="Open Sans SemiBold" pitchFamily="34" charset="0"/>
              </a:defRPr>
            </a:lvl1pPr>
          </a:lstStyle>
          <a:p>
            <a:pPr lvl="0"/>
            <a:r>
              <a:rPr lang="en-US" dirty="0"/>
              <a:t>Edit text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93330639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263" y="1633537"/>
            <a:ext cx="10418762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F1D756-7FB2-6B49-81D7-0D634CB35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5" y="3530129"/>
            <a:ext cx="8915399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rgbClr val="004D7C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2E02669-A13B-4DAE-976D-6C2695ED1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25" y="2832038"/>
            <a:ext cx="10285411" cy="69809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l-GR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5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32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5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5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92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5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491172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4983091"/>
            <a:ext cx="77976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5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5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3178178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3244143"/>
            <a:ext cx="77976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51" y="609600"/>
            <a:ext cx="839392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3" y="3505200"/>
            <a:ext cx="7536555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5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8" y="3178178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3244143"/>
            <a:ext cx="77976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3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491172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4983091"/>
            <a:ext cx="77976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51" y="609600"/>
            <a:ext cx="839392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8" y="491172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4983091"/>
            <a:ext cx="77976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5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491172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4983091"/>
            <a:ext cx="77976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4" y="627409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9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1860178-1882-4824-B3A6-50353433FE72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-2" y="3072"/>
            <a:ext cx="12192000" cy="10096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6208" y="626964"/>
            <a:ext cx="10285411" cy="6980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3296" y="2133600"/>
            <a:ext cx="10285411" cy="38862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DCF330B-BBB2-4F3D-8CA7-FF6C33220A70}"/>
              </a:ext>
            </a:extLst>
          </p:cNvPr>
          <p:cNvCxnSpPr>
            <a:cxnSpLocks/>
          </p:cNvCxnSpPr>
          <p:nvPr userDrawn="1"/>
        </p:nvCxnSpPr>
        <p:spPr>
          <a:xfrm>
            <a:off x="1126836" y="6430442"/>
            <a:ext cx="10150356" cy="0"/>
          </a:xfrm>
          <a:prstGeom prst="line">
            <a:avLst/>
          </a:prstGeom>
          <a:ln>
            <a:solidFill>
              <a:srgbClr val="1F49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4534B4C-A439-476B-8639-0E6990EFCCAA}"/>
              </a:ext>
            </a:extLst>
          </p:cNvPr>
          <p:cNvSpPr/>
          <p:nvPr userDrawn="1"/>
        </p:nvSpPr>
        <p:spPr>
          <a:xfrm>
            <a:off x="11243466" y="6256427"/>
            <a:ext cx="432000" cy="389328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Averta-Light" panose="00000400000000000000" pitchFamily="50" charset="-95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0CBC4A-EA79-431C-844D-7D3BB08186F2}"/>
              </a:ext>
            </a:extLst>
          </p:cNvPr>
          <p:cNvSpPr txBox="1"/>
          <p:nvPr userDrawn="1"/>
        </p:nvSpPr>
        <p:spPr>
          <a:xfrm>
            <a:off x="11243467" y="6307331"/>
            <a:ext cx="419895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fld id="{63DC410D-EC7A-4986-990E-2D2D00212392}" type="slidenum">
              <a:rPr lang="el-GR" sz="1000" smtClean="0">
                <a:solidFill>
                  <a:schemeClr val="bg1"/>
                </a:solidFill>
                <a:latin typeface="Averta-Bold" panose="00000800000000000000" pitchFamily="50" charset="-95"/>
                <a:cs typeface="Avenir Book"/>
              </a:rPr>
              <a:pPr algn="ctr"/>
              <a:t>‹#›</a:t>
            </a:fld>
            <a:endParaRPr lang="en-US" sz="1000" dirty="0">
              <a:solidFill>
                <a:schemeClr val="bg1"/>
              </a:solidFill>
              <a:latin typeface="Averta-Bold" panose="00000800000000000000" pitchFamily="50" charset="-95"/>
              <a:cs typeface="Avenir Book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358912-3691-4165-BA21-02B0D153108D}"/>
              </a:ext>
            </a:extLst>
          </p:cNvPr>
          <p:cNvSpPr txBox="1"/>
          <p:nvPr userDrawn="1"/>
        </p:nvSpPr>
        <p:spPr>
          <a:xfrm>
            <a:off x="264421" y="6286544"/>
            <a:ext cx="1965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4D7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29.05.2026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A72152-090E-4D9B-B1E4-79E8284022C1}"/>
              </a:ext>
            </a:extLst>
          </p:cNvPr>
          <p:cNvSpPr txBox="1"/>
          <p:nvPr userDrawn="1"/>
        </p:nvSpPr>
        <p:spPr>
          <a:xfrm>
            <a:off x="2101649" y="216791"/>
            <a:ext cx="88745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i="1" spc="-50" baseline="0" dirty="0">
                <a:solidFill>
                  <a:schemeClr val="tx1"/>
                </a:solidFill>
                <a:latin typeface="Open Sans" panose="020B0606030504020204" pitchFamily="34" charset="0"/>
              </a:rPr>
              <a:t>EESTEC LC Thessaloniki – Artificial Intelligence Symposium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A8B4-9AA5-42EB-B993-992EA9A305F8}"/>
              </a:ext>
            </a:extLst>
          </p:cNvPr>
          <p:cNvSpPr txBox="1"/>
          <p:nvPr userDrawn="1"/>
        </p:nvSpPr>
        <p:spPr>
          <a:xfrm>
            <a:off x="4645891" y="6409125"/>
            <a:ext cx="650470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i="1" kern="1200" dirty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rPr>
              <a:t>Building an AI Assistant from Scratch – Agents, MCP</a:t>
            </a:r>
            <a:endParaRPr lang="en-GB" sz="1200" b="1" i="1" kern="1200" dirty="0">
              <a:solidFill>
                <a:schemeClr val="tx1"/>
              </a:solidFill>
              <a:latin typeface="Open Sans" panose="020B0606030504020204" pitchFamily="34" charset="0"/>
              <a:ea typeface="+mn-ea"/>
              <a:cs typeface="+mn-cs"/>
            </a:endParaRPr>
          </a:p>
          <a:p>
            <a:pPr algn="r"/>
            <a:r>
              <a:rPr lang="pt-BR" sz="1100" dirty="0">
                <a:latin typeface="Open Sans" panose="020B0606030504020204" pitchFamily="34" charset="0"/>
              </a:rPr>
              <a:t>Themistoklis Diamantopoulos, Dimitrios-Nikitas Nastos, Athanasios Michailoudis</a:t>
            </a:r>
            <a:endParaRPr lang="en-US" sz="1100" dirty="0">
              <a:latin typeface="Open Sans" panose="020B0606030504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ransition/>
  <p:txStyles>
    <p:titleStyle>
      <a:lvl1pPr algn="l" defTabSz="457189" rtl="0" eaLnBrk="1" latinLnBrk="0" hangingPunct="1">
        <a:spcBef>
          <a:spcPct val="0"/>
        </a:spcBef>
        <a:buNone/>
        <a:defRPr sz="3200" kern="1200">
          <a:solidFill>
            <a:srgbClr val="004D7C"/>
          </a:solidFill>
          <a:latin typeface="Open Sans SemiBold" pitchFamily="34" charset="0"/>
          <a:ea typeface="Open Sans SemiBold" pitchFamily="34" charset="0"/>
          <a:cs typeface="Open Sans SemiBold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65107" indent="-265107" algn="l" defTabSz="457189" rtl="0" eaLnBrk="1" latinLnBrk="0" hangingPunct="1">
        <a:spcBef>
          <a:spcPts val="1000"/>
        </a:spcBef>
        <a:spcAft>
          <a:spcPts val="0"/>
        </a:spcAft>
        <a:buClr>
          <a:srgbClr val="124F7B"/>
        </a:buClr>
        <a:buSzPct val="120000"/>
        <a:buFont typeface="Wingdings" panose="05000000000000000000" pitchFamily="2" charset="2"/>
        <a:buChar char="§"/>
        <a:defRPr sz="2000" kern="1200">
          <a:solidFill>
            <a:schemeClr val="tx1">
              <a:lumMod val="75000"/>
              <a:lumOff val="25000"/>
            </a:schemeClr>
          </a:solidFill>
          <a:latin typeface="Open Sans" pitchFamily="34" charset="0"/>
          <a:ea typeface="Open Sans" pitchFamily="34" charset="0"/>
          <a:cs typeface="Open Sans" pitchFamily="34" charset="0"/>
        </a:defRPr>
      </a:lvl1pPr>
      <a:lvl2pPr marL="742932" indent="-285744" algn="l" defTabSz="457189" rtl="0" eaLnBrk="1" latinLnBrk="0" hangingPunct="1">
        <a:spcBef>
          <a:spcPts val="1000"/>
        </a:spcBef>
        <a:spcAft>
          <a:spcPts val="0"/>
        </a:spcAft>
        <a:buClr>
          <a:srgbClr val="124F7B"/>
        </a:buClr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Open Sans" pitchFamily="34" charset="0"/>
          <a:ea typeface="Open Sans" pitchFamily="34" charset="0"/>
          <a:cs typeface="Open Sans" pitchFamily="34" charset="0"/>
        </a:defRPr>
      </a:lvl2pPr>
      <a:lvl3pPr marL="1142971" indent="-228594" algn="l" defTabSz="457189" rtl="0" eaLnBrk="1" latinLnBrk="0" hangingPunct="1">
        <a:spcBef>
          <a:spcPts val="1000"/>
        </a:spcBef>
        <a:spcAft>
          <a:spcPts val="0"/>
        </a:spcAft>
        <a:buClr>
          <a:srgbClr val="124F7B"/>
        </a:buClr>
        <a:buFont typeface="Wingdings" panose="05000000000000000000" pitchFamily="2" charset="2"/>
        <a:buChar char="§"/>
        <a:defRPr sz="1600" kern="1200">
          <a:solidFill>
            <a:schemeClr val="tx1">
              <a:lumMod val="75000"/>
              <a:lumOff val="25000"/>
            </a:schemeClr>
          </a:solidFill>
          <a:latin typeface="Open Sans" pitchFamily="34" charset="0"/>
          <a:ea typeface="Open Sans" pitchFamily="34" charset="0"/>
          <a:cs typeface="Open Sans" pitchFamily="34" charset="0"/>
        </a:defRPr>
      </a:lvl3pPr>
      <a:lvl4pPr marL="1600160" indent="-228594" algn="l" defTabSz="457189" rtl="0" eaLnBrk="1" latinLnBrk="0" hangingPunct="1">
        <a:spcBef>
          <a:spcPts val="1000"/>
        </a:spcBef>
        <a:spcAft>
          <a:spcPts val="0"/>
        </a:spcAft>
        <a:buClr>
          <a:srgbClr val="124F7B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34" charset="0"/>
          <a:ea typeface="Open Sans" pitchFamily="34" charset="0"/>
          <a:cs typeface="Open Sans" pitchFamily="34" charset="0"/>
        </a:defRPr>
      </a:lvl4pPr>
      <a:lvl5pPr marL="2057349" indent="-228594" algn="l" defTabSz="457189" rtl="0" eaLnBrk="1" latinLnBrk="0" hangingPunct="1">
        <a:spcBef>
          <a:spcPts val="1000"/>
        </a:spcBef>
        <a:spcAft>
          <a:spcPts val="0"/>
        </a:spcAft>
        <a:buClr>
          <a:srgbClr val="124F7B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34" charset="0"/>
          <a:ea typeface="Open Sans" pitchFamily="34" charset="0"/>
          <a:cs typeface="Open Sans" pitchFamily="34" charset="0"/>
        </a:defRPr>
      </a:lvl5pPr>
      <a:lvl6pPr marL="2514537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epchecks.com/glossary/rag-architecture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@ramyasruthi.pedakolimi/ai-agents-explained-a-beginner-friendly-guide-to-the-new-era-of-intelligent-systems-de30dfde0cba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modelcontextprotocol.io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unkpeye/awesome-mcp-servers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khalidsabban/mcp-powered-agentic-rag-architecture-overview-4dd79738257b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F44A9-E0E0-4109-807D-B254F6D15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635" y="2659558"/>
            <a:ext cx="4729872" cy="1538883"/>
          </a:xfrm>
        </p:spPr>
        <p:txBody>
          <a:bodyPr>
            <a:normAutofit/>
          </a:bodyPr>
          <a:lstStyle/>
          <a:p>
            <a:r>
              <a:rPr lang="en-GB" dirty="0"/>
              <a:t>Building an AI Assistant</a:t>
            </a:r>
            <a:br>
              <a:rPr lang="en-GB" dirty="0"/>
            </a:br>
            <a:r>
              <a:rPr lang="en-GB" dirty="0"/>
              <a:t>from Scratch</a:t>
            </a:r>
            <a:br>
              <a:rPr lang="en-GB" dirty="0"/>
            </a:br>
            <a:r>
              <a:rPr lang="en-GB" dirty="0"/>
              <a:t>Agents, MCP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5931D-3CB0-440C-A343-7569E097F5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en-US" sz="2400" noProof="0" dirty="0" err="1"/>
              <a:t>Themistoklis</a:t>
            </a:r>
            <a:r>
              <a:rPr lang="en-US" sz="2400" noProof="0" dirty="0"/>
              <a:t> Diamantopoulos,</a:t>
            </a:r>
            <a:br>
              <a:rPr lang="en-US" sz="2400" noProof="0" dirty="0"/>
            </a:br>
            <a:r>
              <a:rPr lang="en-US" sz="2400" dirty="0" err="1"/>
              <a:t>Dimitrios-Nikitas</a:t>
            </a:r>
            <a:r>
              <a:rPr lang="en-US" sz="2400" dirty="0"/>
              <a:t> </a:t>
            </a:r>
            <a:r>
              <a:rPr lang="en-US" sz="2400" dirty="0" err="1"/>
              <a:t>Nastos</a:t>
            </a:r>
            <a:r>
              <a:rPr lang="en-US" sz="2400" dirty="0"/>
              <a:t>,</a:t>
            </a:r>
            <a:br>
              <a:rPr lang="en-US" sz="2400" dirty="0"/>
            </a:br>
            <a:r>
              <a:rPr lang="en-US" sz="2400" dirty="0"/>
              <a:t>Athanasios</a:t>
            </a:r>
            <a:r>
              <a:rPr lang="en-US" sz="2400" noProof="0" dirty="0"/>
              <a:t> </a:t>
            </a:r>
            <a:r>
              <a:rPr lang="en-US" sz="2400" noProof="0" dirty="0" err="1"/>
              <a:t>Michailoudis</a:t>
            </a:r>
            <a:endParaRPr lang="en-US" sz="2400" noProof="0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sz="2100" i="1" noProof="0" dirty="0">
                <a:latin typeface="Open Sans" pitchFamily="34" charset="0"/>
                <a:ea typeface="Open Sans" pitchFamily="34" charset="0"/>
                <a:cs typeface="Open Sans" pitchFamily="34" charset="0"/>
              </a:rPr>
              <a:t>Intelligent Systems &amp; Software Engineering </a:t>
            </a:r>
            <a:r>
              <a:rPr lang="en-GB" sz="2100" i="1" noProof="0" dirty="0" err="1">
                <a:latin typeface="Open Sans" pitchFamily="34" charset="0"/>
                <a:ea typeface="Open Sans" pitchFamily="34" charset="0"/>
                <a:cs typeface="Open Sans" pitchFamily="34" charset="0"/>
              </a:rPr>
              <a:t>Labgroup</a:t>
            </a:r>
            <a:endParaRPr lang="en-GB" sz="2100" i="1" noProof="0" dirty="0">
              <a:latin typeface="Open Sans" pitchFamily="34" charset="0"/>
              <a:ea typeface="Open Sans" pitchFamily="34" charset="0"/>
              <a:cs typeface="Open Sans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100" i="1" noProof="0" dirty="0">
                <a:latin typeface="Open Sans" pitchFamily="34" charset="0"/>
                <a:ea typeface="Open Sans" pitchFamily="34" charset="0"/>
                <a:cs typeface="Open Sans" pitchFamily="34" charset="0"/>
              </a:rPr>
              <a:t>Electrical and Computer Engineering  Dept.</a:t>
            </a:r>
            <a:br>
              <a:rPr lang="en-US" sz="2100" i="1" noProof="0" dirty="0">
                <a:latin typeface="Open Sans" pitchFamily="34" charset="0"/>
                <a:ea typeface="Open Sans" pitchFamily="34" charset="0"/>
                <a:cs typeface="Open Sans" pitchFamily="34" charset="0"/>
              </a:rPr>
            </a:br>
            <a:r>
              <a:rPr lang="en-US" sz="2100" i="1" noProof="0" dirty="0">
                <a:latin typeface="Open Sans" pitchFamily="34" charset="0"/>
                <a:ea typeface="Open Sans" pitchFamily="34" charset="0"/>
                <a:cs typeface="Open Sans" pitchFamily="34" charset="0"/>
              </a:rPr>
              <a:t>Aristotle University of Thessaloniki, Greece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54D3D-C8EC-482B-8A23-B505201E19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0" dirty="0"/>
              <a:t>EESTEC LC Thessaloniki</a:t>
            </a:r>
          </a:p>
          <a:p>
            <a:r>
              <a:rPr lang="en-US" b="0" noProof="0" dirty="0"/>
              <a:t>Artificial Intelligence Symposium</a:t>
            </a:r>
          </a:p>
        </p:txBody>
      </p:sp>
    </p:spTree>
    <p:extLst>
      <p:ext uri="{BB962C8B-B14F-4D97-AF65-F5344CB8AC3E}">
        <p14:creationId xmlns:p14="http://schemas.microsoft.com/office/powerpoint/2010/main" val="393677028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314" y="628650"/>
            <a:ext cx="10518776" cy="642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263" y="1633536"/>
            <a:ext cx="10418762" cy="3920957"/>
          </a:xfrm>
        </p:spPr>
        <p:txBody>
          <a:bodyPr>
            <a:normAutofit/>
          </a:bodyPr>
          <a:lstStyle/>
          <a:p>
            <a:r>
              <a:rPr lang="en-US" sz="2400" dirty="0"/>
              <a:t>Part 1: Understanding the AI Stack</a:t>
            </a:r>
          </a:p>
          <a:p>
            <a:r>
              <a:rPr lang="en-US" sz="2400" dirty="0"/>
              <a:t>Part 2: Build Your Own Assistant</a:t>
            </a:r>
          </a:p>
          <a:p>
            <a:r>
              <a:rPr lang="en-GB" sz="2400" dirty="0"/>
              <a:t>Part 3: A real use case – The ECO-READY AI Assistant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09353761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A95F2D-1285-4423-874A-3FB964933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Part 1: Understanding the AI Stack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66629168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314" y="628650"/>
            <a:ext cx="10518776" cy="642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Why Are Modern LLMs Limited?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263" y="1633536"/>
            <a:ext cx="10418762" cy="392095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dirty="0"/>
              <a:t>Even the most capable LLMs have hard constraints:</a:t>
            </a:r>
          </a:p>
          <a:p>
            <a:pPr marL="0" lvl="0" indent="0">
              <a:buNone/>
            </a:pPr>
            <a:r>
              <a:rPr lang="en-US" sz="2400" dirty="0"/>
              <a:t>❌ Cannot access </a:t>
            </a:r>
            <a:r>
              <a:rPr lang="en-US" sz="2400" b="1" dirty="0">
                <a:solidFill>
                  <a:srgbClr val="004D7C"/>
                </a:solidFill>
              </a:rPr>
              <a:t>live systems</a:t>
            </a:r>
            <a:r>
              <a:rPr lang="en-US" sz="2400" dirty="0">
                <a:solidFill>
                  <a:srgbClr val="004D7C"/>
                </a:solidFill>
              </a:rPr>
              <a:t> </a:t>
            </a:r>
            <a:r>
              <a:rPr lang="en-US" sz="2400" dirty="0"/>
              <a:t>or real-time data</a:t>
            </a:r>
          </a:p>
          <a:p>
            <a:pPr marL="0" lvl="0" indent="0">
              <a:buNone/>
            </a:pPr>
            <a:r>
              <a:rPr lang="en-US" sz="2400" dirty="0"/>
              <a:t>❌ Cannot reliably </a:t>
            </a:r>
            <a:r>
              <a:rPr lang="en-US" sz="2400" b="1" dirty="0">
                <a:solidFill>
                  <a:srgbClr val="004D7C"/>
                </a:solidFill>
              </a:rPr>
              <a:t>execute workflows</a:t>
            </a:r>
          </a:p>
          <a:p>
            <a:pPr marL="0" lvl="0" indent="0">
              <a:buNone/>
            </a:pPr>
            <a:r>
              <a:rPr lang="en-US" sz="2400" dirty="0"/>
              <a:t>❌ </a:t>
            </a:r>
            <a:r>
              <a:rPr lang="en-US" sz="2400" b="1" dirty="0">
                <a:solidFill>
                  <a:srgbClr val="004D7C"/>
                </a:solidFill>
              </a:rPr>
              <a:t>Forget</a:t>
            </a:r>
            <a:r>
              <a:rPr lang="en-US" sz="2400" dirty="0"/>
              <a:t> every conversation (no memory by default)</a:t>
            </a:r>
          </a:p>
          <a:p>
            <a:pPr marL="0" lvl="0" indent="0">
              <a:buNone/>
            </a:pPr>
            <a:r>
              <a:rPr lang="en-US" sz="2400" dirty="0"/>
              <a:t>❌ </a:t>
            </a:r>
            <a:r>
              <a:rPr lang="en-US" sz="2400" b="1" dirty="0">
                <a:solidFill>
                  <a:srgbClr val="004D7C"/>
                </a:solidFill>
              </a:rPr>
              <a:t>Hallucinate</a:t>
            </a:r>
            <a:r>
              <a:rPr lang="en-US" sz="2400" dirty="0"/>
              <a:t> facts when uncertain</a:t>
            </a:r>
          </a:p>
          <a:p>
            <a:pPr marL="0" lvl="0" indent="0">
              <a:buNone/>
            </a:pPr>
            <a:r>
              <a:rPr lang="en-US" sz="2400" dirty="0"/>
              <a:t>❌ Cannot safely operate </a:t>
            </a:r>
            <a:r>
              <a:rPr lang="en-US" sz="2400" b="1" dirty="0">
                <a:solidFill>
                  <a:srgbClr val="004D7C"/>
                </a:solidFill>
              </a:rPr>
              <a:t>enterprise software</a:t>
            </a:r>
            <a:endParaRPr lang="en-US" sz="2200" dirty="0">
              <a:solidFill>
                <a:srgbClr val="004D7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17018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314" y="628650"/>
            <a:ext cx="10518776" cy="642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Evolution of AI systems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A523FD-2921-41D2-BAAF-D18DB7DF2FC1}"/>
              </a:ext>
            </a:extLst>
          </p:cNvPr>
          <p:cNvSpPr/>
          <p:nvPr/>
        </p:nvSpPr>
        <p:spPr>
          <a:xfrm>
            <a:off x="2009529" y="2119276"/>
            <a:ext cx="23294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GB" b="1" dirty="0">
                <a:latin typeface="Open Sans" panose="020B0606030504020204" pitchFamily="34" charset="0"/>
              </a:rPr>
              <a:t>Phase 1</a:t>
            </a:r>
          </a:p>
          <a:p>
            <a:pPr lvl="0" algn="ctr"/>
            <a:r>
              <a:rPr lang="en-GB" dirty="0">
                <a:latin typeface="Open Sans" panose="020B0606030504020204" pitchFamily="34" charset="0"/>
              </a:rPr>
              <a:t>Prompt Engineering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8BBD92-935D-4E3F-BE8D-D64C2C5F949B}"/>
              </a:ext>
            </a:extLst>
          </p:cNvPr>
          <p:cNvSpPr/>
          <p:nvPr/>
        </p:nvSpPr>
        <p:spPr>
          <a:xfrm>
            <a:off x="5764385" y="2119276"/>
            <a:ext cx="10631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b="1" dirty="0">
                <a:latin typeface="Open Sans" panose="020B0606030504020204" pitchFamily="34" charset="0"/>
              </a:rPr>
              <a:t>Phase 2</a:t>
            </a:r>
          </a:p>
          <a:p>
            <a:pPr algn="ctr"/>
            <a:r>
              <a:rPr lang="en-GB" dirty="0">
                <a:latin typeface="Open Sans" panose="020B0606030504020204" pitchFamily="34" charset="0"/>
              </a:rPr>
              <a:t>RAG</a:t>
            </a:r>
            <a:endParaRPr lang="el-G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75EA9E-6CD6-48F2-A4FB-827424048177}"/>
              </a:ext>
            </a:extLst>
          </p:cNvPr>
          <p:cNvSpPr/>
          <p:nvPr/>
        </p:nvSpPr>
        <p:spPr>
          <a:xfrm>
            <a:off x="8251094" y="2119849"/>
            <a:ext cx="16642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GB" b="1" dirty="0">
                <a:latin typeface="Open Sans" panose="020B0606030504020204" pitchFamily="34" charset="0"/>
              </a:rPr>
              <a:t>Phase 3</a:t>
            </a:r>
          </a:p>
          <a:p>
            <a:pPr lvl="0" algn="ctr"/>
            <a:r>
              <a:rPr lang="en-GB" dirty="0">
                <a:latin typeface="Open Sans" panose="020B0606030504020204" pitchFamily="34" charset="0"/>
              </a:rPr>
              <a:t>Agents + MCP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73753C-5853-4573-A8CE-CF6D02459B7C}"/>
              </a:ext>
            </a:extLst>
          </p:cNvPr>
          <p:cNvSpPr/>
          <p:nvPr/>
        </p:nvSpPr>
        <p:spPr>
          <a:xfrm>
            <a:off x="1824383" y="3653708"/>
            <a:ext cx="26997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GB" dirty="0">
                <a:latin typeface="Open Sans" panose="020B0606030504020204" pitchFamily="34" charset="0"/>
              </a:rPr>
              <a:t>LLM answers questions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F6F5D7-491F-4875-AD69-7FAF5FA89CD6}"/>
              </a:ext>
            </a:extLst>
          </p:cNvPr>
          <p:cNvSpPr/>
          <p:nvPr/>
        </p:nvSpPr>
        <p:spPr>
          <a:xfrm>
            <a:off x="4865902" y="3653708"/>
            <a:ext cx="28600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GB" dirty="0">
                <a:latin typeface="Open Sans" panose="020B0606030504020204" pitchFamily="34" charset="0"/>
              </a:rPr>
              <a:t>LLM accesses knowledge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589173-90A2-4C70-A917-DC897E802A15}"/>
              </a:ext>
            </a:extLst>
          </p:cNvPr>
          <p:cNvSpPr/>
          <p:nvPr/>
        </p:nvSpPr>
        <p:spPr>
          <a:xfrm>
            <a:off x="8038065" y="3653708"/>
            <a:ext cx="2093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GB" dirty="0">
                <a:latin typeface="Open Sans" panose="020B0606030504020204" pitchFamily="34" charset="0"/>
              </a:rPr>
              <a:t>LLM takes actions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B021AF7-E2F6-47D9-B2B4-F606591FA549}"/>
              </a:ext>
            </a:extLst>
          </p:cNvPr>
          <p:cNvSpPr/>
          <p:nvPr/>
        </p:nvSpPr>
        <p:spPr>
          <a:xfrm>
            <a:off x="1235292" y="2995127"/>
            <a:ext cx="9504839" cy="369332"/>
          </a:xfrm>
          <a:prstGeom prst="rightArrow">
            <a:avLst>
              <a:gd name="adj1" fmla="val 34842"/>
              <a:gd name="adj2" fmla="val 60106"/>
            </a:avLst>
          </a:prstGeom>
          <a:solidFill>
            <a:srgbClr val="004D7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E809A5-0C76-4670-B2F1-6698162897FA}"/>
              </a:ext>
            </a:extLst>
          </p:cNvPr>
          <p:cNvSpPr/>
          <p:nvPr/>
        </p:nvSpPr>
        <p:spPr>
          <a:xfrm>
            <a:off x="343966" y="5152912"/>
            <a:ext cx="799009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0">
              <a:buNone/>
            </a:pPr>
            <a:r>
              <a:rPr lang="en-GB" dirty="0">
                <a:latin typeface="Consolas" panose="020B0609020204030204" pitchFamily="49" charset="0"/>
              </a:rPr>
              <a:t>Phase 1: User → LLM → Response
Phase 2: User → LLM + Documents → Grounded Response
Phase 3: User → Agent → Plan → Tools → Iterate → Result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23A3147-31D7-46CB-B42E-7318F1C34186}"/>
              </a:ext>
            </a:extLst>
          </p:cNvPr>
          <p:cNvCxnSpPr/>
          <p:nvPr/>
        </p:nvCxnSpPr>
        <p:spPr>
          <a:xfrm>
            <a:off x="3107094" y="2864496"/>
            <a:ext cx="0" cy="634481"/>
          </a:xfrm>
          <a:prstGeom prst="line">
            <a:avLst/>
          </a:prstGeom>
          <a:ln w="76200">
            <a:solidFill>
              <a:srgbClr val="004D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E2F8A5-E45D-46E3-988B-1A086EB28E81}"/>
              </a:ext>
            </a:extLst>
          </p:cNvPr>
          <p:cNvCxnSpPr/>
          <p:nvPr/>
        </p:nvCxnSpPr>
        <p:spPr>
          <a:xfrm>
            <a:off x="6301274" y="2864496"/>
            <a:ext cx="0" cy="634481"/>
          </a:xfrm>
          <a:prstGeom prst="line">
            <a:avLst/>
          </a:prstGeom>
          <a:ln w="76200">
            <a:solidFill>
              <a:srgbClr val="004D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E46B1E2-6613-4D2E-940C-60D29D9AE25E}"/>
              </a:ext>
            </a:extLst>
          </p:cNvPr>
          <p:cNvCxnSpPr/>
          <p:nvPr/>
        </p:nvCxnSpPr>
        <p:spPr>
          <a:xfrm>
            <a:off x="9106679" y="2864496"/>
            <a:ext cx="0" cy="634481"/>
          </a:xfrm>
          <a:prstGeom prst="line">
            <a:avLst/>
          </a:prstGeom>
          <a:ln w="76200">
            <a:solidFill>
              <a:srgbClr val="004D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62807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314" y="628650"/>
            <a:ext cx="10518776" cy="642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Phase 1: </a:t>
            </a:r>
            <a:r>
              <a:rPr lang="en-GB" b="1" dirty="0"/>
              <a:t>The Prompt Engineering Era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263" y="1633536"/>
            <a:ext cx="10418762" cy="392095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b="1" dirty="0">
                <a:solidFill>
                  <a:srgbClr val="004D7C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Characteristics:</a:t>
            </a:r>
          </a:p>
          <a:p>
            <a:pPr lvl="0"/>
            <a:r>
              <a:rPr lang="en-US" sz="2400" dirty="0"/>
              <a:t>Static training knowledge (knowledge cutoff date)</a:t>
            </a:r>
          </a:p>
          <a:p>
            <a:pPr lvl="0"/>
            <a:r>
              <a:rPr lang="en-US" sz="2400" dirty="0"/>
              <a:t>Single-shot interactions</a:t>
            </a:r>
          </a:p>
          <a:p>
            <a:pPr lvl="0"/>
            <a:r>
              <a:rPr lang="en-US" sz="2400" dirty="0"/>
              <a:t>No memory between sessions</a:t>
            </a:r>
          </a:p>
          <a:p>
            <a:pPr lvl="0"/>
            <a:r>
              <a:rPr lang="en-US" sz="2400" dirty="0"/>
              <a:t>No tools, no external actions</a:t>
            </a:r>
          </a:p>
          <a:p>
            <a:pPr lvl="0"/>
            <a:r>
              <a:rPr lang="en-US" sz="2400" dirty="0"/>
              <a:t>Mostly “extremely smart autocomplete”</a:t>
            </a:r>
          </a:p>
          <a:p>
            <a:pPr marL="0" lvl="0" indent="0">
              <a:buNone/>
            </a:pPr>
            <a:r>
              <a:rPr lang="en-US" sz="2400" b="1" dirty="0">
                <a:solidFill>
                  <a:srgbClr val="004D7C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Result:</a:t>
            </a:r>
            <a:r>
              <a:rPr lang="en-US" sz="2400" dirty="0"/>
              <a:t> Great for drafting, summarizing, Q&amp;A</a:t>
            </a:r>
          </a:p>
          <a:p>
            <a:pPr marL="0" lvl="0" indent="0">
              <a:buNone/>
            </a:pPr>
            <a:r>
              <a:rPr lang="en-US" sz="2400" b="1" dirty="0">
                <a:solidFill>
                  <a:srgbClr val="004D7C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Limitation:</a:t>
            </a:r>
            <a:r>
              <a:rPr lang="en-US" sz="2400" dirty="0"/>
              <a:t> Knows nothing about </a:t>
            </a:r>
            <a:r>
              <a:rPr lang="en-US" sz="2400" i="1" dirty="0"/>
              <a:t>your</a:t>
            </a:r>
            <a:r>
              <a:rPr lang="en-US" sz="2400" dirty="0"/>
              <a:t> world, right now</a:t>
            </a:r>
            <a:endParaRPr lang="en-US" sz="2200" dirty="0">
              <a:solidFill>
                <a:srgbClr val="004D7C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942921-C7A9-4354-8A1E-2E1FBFB8A154}"/>
              </a:ext>
            </a:extLst>
          </p:cNvPr>
          <p:cNvSpPr/>
          <p:nvPr/>
        </p:nvSpPr>
        <p:spPr>
          <a:xfrm>
            <a:off x="7916130" y="1633536"/>
            <a:ext cx="33885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/>
              <a:t>Just ask the model</a:t>
            </a:r>
          </a:p>
          <a:p>
            <a:pPr lvl="0" indent="0" algn="r">
              <a:buNone/>
            </a:pPr>
            <a:r>
              <a:rPr lang="en-GB" dirty="0">
                <a:latin typeface="Consolas" panose="020B0609020204030204" pitchFamily="49" charset="0"/>
              </a:rPr>
              <a:t>User → LLM → Response
</a:t>
            </a:r>
          </a:p>
        </p:txBody>
      </p:sp>
    </p:spTree>
    <p:extLst>
      <p:ext uri="{BB962C8B-B14F-4D97-AF65-F5344CB8AC3E}">
        <p14:creationId xmlns:p14="http://schemas.microsoft.com/office/powerpoint/2010/main" val="341442230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314" y="628650"/>
            <a:ext cx="10518776" cy="642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Phase 2: </a:t>
            </a:r>
            <a:r>
              <a:rPr lang="en-GB" b="1" dirty="0"/>
              <a:t>RAG (Retrieval Augmented Generation)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263" y="1633536"/>
            <a:ext cx="10418762" cy="392095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dirty="0">
                <a:solidFill>
                  <a:srgbClr val="004D7C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 Problem: </a:t>
            </a:r>
            <a:r>
              <a:rPr lang="en-US" sz="2400" dirty="0"/>
              <a:t>LLMs do not know your data</a:t>
            </a:r>
          </a:p>
          <a:p>
            <a:pPr marL="0" lvl="0" indent="0">
              <a:buNone/>
            </a:pPr>
            <a:r>
              <a:rPr lang="en-US" sz="2400" b="1" dirty="0">
                <a:solidFill>
                  <a:srgbClr val="004D7C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 Solution:</a:t>
            </a:r>
            <a:r>
              <a:rPr lang="en-US" sz="2400" dirty="0">
                <a:solidFill>
                  <a:srgbClr val="004D7C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</a:t>
            </a:r>
            <a:r>
              <a:rPr lang="en-US" sz="2400" dirty="0"/>
              <a:t>Give them access to</a:t>
            </a:r>
            <a:br>
              <a:rPr lang="en-US" sz="2400" dirty="0"/>
            </a:br>
            <a:r>
              <a:rPr lang="en-US" sz="2400" dirty="0"/>
              <a:t>documents at runtime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RAG made LLMs:</a:t>
            </a:r>
          </a:p>
          <a:p>
            <a:pPr>
              <a:buFontTx/>
              <a:buChar char="-"/>
            </a:pPr>
            <a:r>
              <a:rPr lang="en-US" sz="2400" dirty="0"/>
              <a:t>More factual</a:t>
            </a:r>
          </a:p>
          <a:p>
            <a:pPr>
              <a:buFontTx/>
              <a:buChar char="-"/>
            </a:pPr>
            <a:r>
              <a:rPr lang="en-US" sz="2400" dirty="0"/>
              <a:t>More production-ready</a:t>
            </a:r>
          </a:p>
          <a:p>
            <a:pPr>
              <a:buFontTx/>
              <a:buChar char="-"/>
            </a:pPr>
            <a:r>
              <a:rPr lang="en-US" sz="2400" dirty="0"/>
              <a:t>Up-to-date without retraining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67B90E-F9D4-4D72-A45D-89C44DDE99CB}"/>
              </a:ext>
            </a:extLst>
          </p:cNvPr>
          <p:cNvSpPr/>
          <p:nvPr/>
        </p:nvSpPr>
        <p:spPr>
          <a:xfrm>
            <a:off x="7603346" y="1633536"/>
            <a:ext cx="377267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0" algn="ctr">
              <a:buNone/>
            </a:pPr>
            <a:r>
              <a:rPr lang="en-GB" dirty="0">
                <a:latin typeface="Consolas" panose="020B0609020204030204" pitchFamily="49" charset="0"/>
              </a:rPr>
              <a:t>User question
↓
Retriever searches vector DB
↓
Relevant document chunks</a:t>
            </a:r>
          </a:p>
          <a:p>
            <a:pPr lvl="0" indent="0" algn="ctr">
              <a:buNone/>
            </a:pPr>
            <a:r>
              <a:rPr lang="en-GB" dirty="0">
                <a:latin typeface="Consolas" panose="020B0609020204030204" pitchFamily="49" charset="0"/>
              </a:rPr>
              <a:t>injected into prompt
↓
LLM reasons over YOUR data
↓
Grounded, factual answer</a:t>
            </a:r>
          </a:p>
        </p:txBody>
      </p:sp>
    </p:spTree>
    <p:extLst>
      <p:ext uri="{BB962C8B-B14F-4D97-AF65-F5344CB8AC3E}">
        <p14:creationId xmlns:p14="http://schemas.microsoft.com/office/powerpoint/2010/main" val="231760692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314" y="628650"/>
            <a:ext cx="10518776" cy="642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/>
              <a:t>RAG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263" y="1633537"/>
            <a:ext cx="6646083" cy="1529541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sz="2400" dirty="0">
                <a:solidFill>
                  <a:srgbClr val="004D7C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Indexing: </a:t>
            </a:r>
            <a:endParaRPr lang="en-US" sz="2400" dirty="0"/>
          </a:p>
          <a:p>
            <a:pPr marL="0" indent="0">
              <a:buNone/>
            </a:pPr>
            <a:r>
              <a:rPr lang="en-GB" sz="1900" dirty="0">
                <a:latin typeface="Consolas" panose="020B0609020204030204" pitchFamily="49" charset="0"/>
              </a:rPr>
              <a:t>Documents → Chunking → Embedding model → Vector DB</a:t>
            </a:r>
            <a:endParaRPr lang="en-US" sz="1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4D7C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Popular vector stores:</a:t>
            </a:r>
          </a:p>
          <a:p>
            <a:pPr marL="0" indent="0">
              <a:buNone/>
            </a:pPr>
            <a:r>
              <a:rPr lang="en-GB" sz="1900" dirty="0" err="1"/>
              <a:t>ChromaDB</a:t>
            </a:r>
            <a:r>
              <a:rPr lang="en-GB" sz="1900" dirty="0"/>
              <a:t>, Pinecone, </a:t>
            </a:r>
            <a:r>
              <a:rPr lang="en-GB" sz="1900" dirty="0" err="1"/>
              <a:t>pgvector</a:t>
            </a:r>
            <a:r>
              <a:rPr lang="en-GB" sz="1900" dirty="0"/>
              <a:t>, FAISS</a:t>
            </a:r>
            <a:endParaRPr lang="en-US" sz="19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67B90E-F9D4-4D72-A45D-89C44DDE99CB}"/>
              </a:ext>
            </a:extLst>
          </p:cNvPr>
          <p:cNvSpPr/>
          <p:nvPr/>
        </p:nvSpPr>
        <p:spPr>
          <a:xfrm>
            <a:off x="7603346" y="1633536"/>
            <a:ext cx="377267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0" algn="ctr">
              <a:buNone/>
            </a:pPr>
            <a:r>
              <a:rPr lang="en-GB" dirty="0">
                <a:latin typeface="Consolas" panose="020B0609020204030204" pitchFamily="49" charset="0"/>
              </a:rPr>
              <a:t>User question
↓
Retriever searches vector DB
↓
Relevant document chunks</a:t>
            </a:r>
          </a:p>
          <a:p>
            <a:pPr lvl="0" indent="0" algn="ctr">
              <a:buNone/>
            </a:pPr>
            <a:r>
              <a:rPr lang="en-GB" dirty="0">
                <a:latin typeface="Consolas" panose="020B0609020204030204" pitchFamily="49" charset="0"/>
              </a:rPr>
              <a:t>injected into prompt
↓
LLM reasons over YOUR data
↓
Grounded, factual answer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8CD1B4-F426-424A-B8FF-78968AA5F79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7263" y="3240884"/>
            <a:ext cx="6238875" cy="30003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B71EDAA-8239-469B-BE2F-35375AF1A09A}"/>
              </a:ext>
            </a:extLst>
          </p:cNvPr>
          <p:cNvSpPr/>
          <p:nvPr/>
        </p:nvSpPr>
        <p:spPr>
          <a:xfrm>
            <a:off x="957263" y="5576266"/>
            <a:ext cx="20209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Source: </a:t>
            </a:r>
            <a:r>
              <a:rPr lang="en-US" sz="1200" dirty="0">
                <a:solidFill>
                  <a:srgbClr val="004D7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https://deepchecks.com/glossary/rag-architecture/</a:t>
            </a:r>
            <a:endParaRPr lang="el-GR" sz="1200" dirty="0">
              <a:solidFill>
                <a:srgbClr val="004D7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94525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314" y="628650"/>
            <a:ext cx="10518776" cy="642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But RAG is not enough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263" y="1633536"/>
            <a:ext cx="10418762" cy="39209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RAG helps AI </a:t>
            </a:r>
            <a:r>
              <a:rPr lang="en-GB" sz="2400" dirty="0">
                <a:solidFill>
                  <a:srgbClr val="004D7C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KNOW</a:t>
            </a:r>
            <a:r>
              <a:rPr lang="en-GB" sz="2400" dirty="0"/>
              <a:t> but not </a:t>
            </a:r>
            <a:r>
              <a:rPr lang="en-GB" sz="2400" dirty="0">
                <a:solidFill>
                  <a:srgbClr val="004D7C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DO</a:t>
            </a:r>
          </a:p>
          <a:p>
            <a:pPr marL="0" lvl="0" indent="0">
              <a:buNone/>
            </a:pPr>
            <a:r>
              <a:rPr lang="en-US" sz="2400" dirty="0"/>
              <a:t>An LLM can </a:t>
            </a:r>
            <a:r>
              <a:rPr lang="en-US" sz="2400" i="1" dirty="0"/>
              <a:t>read</a:t>
            </a:r>
            <a:r>
              <a:rPr lang="en-US" sz="2400" dirty="0"/>
              <a:t> a Jira ticket, but it cannot:</a:t>
            </a:r>
          </a:p>
          <a:p>
            <a:pPr lvl="0"/>
            <a:r>
              <a:rPr lang="en-US" sz="2400" dirty="0"/>
              <a:t>Create one</a:t>
            </a:r>
          </a:p>
          <a:p>
            <a:pPr lvl="0"/>
            <a:r>
              <a:rPr lang="en-US" sz="2400" dirty="0"/>
              <a:t>Update its status</a:t>
            </a:r>
          </a:p>
          <a:p>
            <a:pPr lvl="0"/>
            <a:r>
              <a:rPr lang="en-US" sz="2400" dirty="0"/>
              <a:t>Trigger a CI/CD pipeline</a:t>
            </a:r>
          </a:p>
          <a:p>
            <a:pPr lvl="0"/>
            <a:r>
              <a:rPr lang="en-US" sz="2400" dirty="0"/>
              <a:t>Send a Slack notification</a:t>
            </a:r>
          </a:p>
          <a:p>
            <a:pPr lvl="0"/>
            <a:r>
              <a:rPr lang="en-US" sz="2400" dirty="0"/>
              <a:t>Coordinate across multiple systems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CA9CC9-F156-4950-ABB5-A39A7C30E2D3}"/>
              </a:ext>
            </a:extLst>
          </p:cNvPr>
          <p:cNvSpPr/>
          <p:nvPr/>
        </p:nvSpPr>
        <p:spPr>
          <a:xfrm>
            <a:off x="1396482" y="5438061"/>
            <a:ext cx="939903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None/>
            </a:pPr>
            <a:r>
              <a:rPr lang="en-US" sz="2200" b="1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RAG = better librarian</a:t>
            </a:r>
            <a:r>
              <a:rPr lang="en-US" sz="22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– </a:t>
            </a:r>
            <a:r>
              <a:rPr lang="en-US" sz="2200" b="1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Agent = actual entity who gets things done</a:t>
            </a:r>
          </a:p>
        </p:txBody>
      </p:sp>
    </p:spTree>
    <p:extLst>
      <p:ext uri="{BB962C8B-B14F-4D97-AF65-F5344CB8AC3E}">
        <p14:creationId xmlns:p14="http://schemas.microsoft.com/office/powerpoint/2010/main" val="52679900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314" y="628650"/>
            <a:ext cx="10518776" cy="642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Phase 3: </a:t>
            </a:r>
            <a:r>
              <a:rPr lang="en-GB" b="1" dirty="0"/>
              <a:t>AI Agents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262" y="1633536"/>
            <a:ext cx="7281571" cy="367558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sz="2400" dirty="0"/>
              <a:t>The paradigm shift:</a:t>
            </a:r>
          </a:p>
          <a:p>
            <a:pPr marL="0" lvl="0" indent="0">
              <a:buNone/>
            </a:pPr>
            <a:r>
              <a:rPr lang="en-US" sz="2400" b="1" dirty="0">
                <a:solidFill>
                  <a:srgbClr val="004D7C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Before:</a:t>
            </a:r>
          </a:p>
          <a:p>
            <a:pPr marL="0" lvl="0" indent="0">
              <a:buNone/>
            </a:pPr>
            <a:r>
              <a:rPr lang="en-US" dirty="0">
                <a:latin typeface="Consolas" panose="020B0609020204030204" pitchFamily="49" charset="0"/>
              </a:rPr>
              <a:t>Question → Answer</a:t>
            </a:r>
          </a:p>
          <a:p>
            <a:pPr marL="0" lvl="0" indent="0">
              <a:buNone/>
            </a:pPr>
            <a:r>
              <a:rPr lang="en-US" sz="2400" b="1" dirty="0">
                <a:solidFill>
                  <a:srgbClr val="004D7C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After (Agents):</a:t>
            </a:r>
          </a:p>
          <a:p>
            <a:pPr marL="0" lvl="0" indent="0">
              <a:buNone/>
            </a:pPr>
            <a:r>
              <a:rPr lang="en-US" dirty="0">
                <a:latin typeface="Consolas" panose="020B0609020204030204" pitchFamily="49" charset="0"/>
              </a:rPr>
              <a:t>Goal → Plan → Actions → Observe → Iterate → Done</a:t>
            </a:r>
          </a:p>
          <a:p>
            <a:pPr marL="0" lvl="0" indent="0">
              <a:buNone/>
            </a:pPr>
            <a:r>
              <a:rPr lang="en-US" sz="2400" dirty="0"/>
              <a:t>An Agent is an LLM that </a:t>
            </a:r>
            <a:r>
              <a:rPr lang="en-US" sz="2400" b="1" dirty="0">
                <a:solidFill>
                  <a:srgbClr val="004D7C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decides what to do </a:t>
            </a:r>
            <a:r>
              <a:rPr lang="en-US" sz="2400" dirty="0"/>
              <a:t>based on what it observes. It can call tools, check results, and even try again autonomously.</a:t>
            </a:r>
          </a:p>
          <a:p>
            <a:pPr>
              <a:buFontTx/>
              <a:buChar char="-"/>
            </a:pPr>
            <a:endParaRPr lang="en-US" sz="2400" dirty="0"/>
          </a:p>
        </p:txBody>
      </p:sp>
      <p:pic>
        <p:nvPicPr>
          <p:cNvPr id="1028" name="Picture 4" descr="https://miro.medium.com/v2/resize:fit:700/1*HklWdHq7jJAjVaVcDaD6Yw.png">
            <a:extLst>
              <a:ext uri="{FF2B5EF4-FFF2-40B4-BE49-F238E27FC236}">
                <a16:creationId xmlns:a16="http://schemas.microsoft.com/office/drawing/2014/main" id="{D6E718B6-21A3-49EA-9DCC-6515A1D9A9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21" t="2217" r="14921" b="2217"/>
          <a:stretch/>
        </p:blipFill>
        <p:spPr bwMode="auto">
          <a:xfrm>
            <a:off x="8088540" y="1653062"/>
            <a:ext cx="3287485" cy="2987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079BB72-DEFE-43C0-B827-C5A649FEDC34}"/>
              </a:ext>
            </a:extLst>
          </p:cNvPr>
          <p:cNvSpPr/>
          <p:nvPr/>
        </p:nvSpPr>
        <p:spPr>
          <a:xfrm>
            <a:off x="8238834" y="4502123"/>
            <a:ext cx="29868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Source: </a:t>
            </a:r>
            <a:r>
              <a:rPr lang="en-US" sz="1200" dirty="0">
                <a:solidFill>
                  <a:srgbClr val="004D7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Agents Explained (Medium)</a:t>
            </a:r>
            <a:endParaRPr lang="el-GR" sz="1200" dirty="0">
              <a:solidFill>
                <a:srgbClr val="004D7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80805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314" y="628650"/>
            <a:ext cx="10518776" cy="642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What is an Agent?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261" y="1633536"/>
            <a:ext cx="10716015" cy="439404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dirty="0"/>
              <a:t>An AI Agent is a system that can:</a:t>
            </a:r>
          </a:p>
          <a:p>
            <a:pPr marL="0" lvl="0" indent="0">
              <a:buNone/>
            </a:pPr>
            <a:r>
              <a:rPr lang="en-US" sz="2400" dirty="0"/>
              <a:t>🎯 </a:t>
            </a:r>
            <a:r>
              <a:rPr lang="en-US" sz="2400" b="1" dirty="0"/>
              <a:t>Understand</a:t>
            </a:r>
            <a:r>
              <a:rPr lang="en-US" sz="2400" dirty="0"/>
              <a:t> and decompose goals</a:t>
            </a:r>
          </a:p>
          <a:p>
            <a:pPr marL="0" lvl="0" indent="0">
              <a:buNone/>
            </a:pPr>
            <a:r>
              <a:rPr lang="en-US" sz="2400" dirty="0"/>
              <a:t>🧠 </a:t>
            </a:r>
            <a:r>
              <a:rPr lang="en-US" sz="2400" b="1" dirty="0"/>
              <a:t>Reason</a:t>
            </a:r>
            <a:r>
              <a:rPr lang="en-US" sz="2400" dirty="0"/>
              <a:t> about the next best action</a:t>
            </a:r>
          </a:p>
          <a:p>
            <a:pPr marL="0" lvl="0" indent="0">
              <a:buNone/>
            </a:pPr>
            <a:r>
              <a:rPr lang="en-US" sz="2400" dirty="0"/>
              <a:t>🔧 </a:t>
            </a:r>
            <a:r>
              <a:rPr lang="en-US" sz="2400" b="1" dirty="0"/>
              <a:t>Use tools</a:t>
            </a:r>
            <a:r>
              <a:rPr lang="en-US" sz="2400" dirty="0"/>
              <a:t> to interact with the world</a:t>
            </a:r>
          </a:p>
          <a:p>
            <a:pPr marL="0" lvl="0" indent="0">
              <a:buNone/>
            </a:pPr>
            <a:r>
              <a:rPr lang="en-US" sz="2400" dirty="0"/>
              <a:t>👁️ </a:t>
            </a:r>
            <a:r>
              <a:rPr lang="en-US" sz="2400" b="1" dirty="0"/>
              <a:t>Observe</a:t>
            </a:r>
            <a:r>
              <a:rPr lang="en-US" sz="2400" dirty="0"/>
              <a:t> results and adapt</a:t>
            </a:r>
          </a:p>
          <a:p>
            <a:pPr marL="0" lvl="0" indent="0">
              <a:buNone/>
            </a:pPr>
            <a:r>
              <a:rPr lang="en-US" sz="2400" dirty="0"/>
              <a:t>🔁 </a:t>
            </a:r>
            <a:r>
              <a:rPr lang="en-US" sz="2400" b="1" dirty="0"/>
              <a:t>Retry</a:t>
            </a:r>
            <a:r>
              <a:rPr lang="en-US" sz="2400" dirty="0"/>
              <a:t> when something fails</a:t>
            </a:r>
          </a:p>
          <a:p>
            <a:pPr marL="0" lvl="0" indent="0">
              <a:buNone/>
            </a:pPr>
            <a:r>
              <a:rPr lang="en-US" sz="2400" dirty="0"/>
              <a:t>✅ </a:t>
            </a:r>
            <a:r>
              <a:rPr lang="en-US" sz="2400" b="1" dirty="0"/>
              <a:t>Coordinate</a:t>
            </a:r>
            <a:r>
              <a:rPr lang="en-US" sz="2400" dirty="0"/>
              <a:t> complex multi-step workflows autonomously</a:t>
            </a:r>
          </a:p>
          <a:p>
            <a:pPr marL="0" lvl="0" indent="0">
              <a:buNone/>
            </a:pPr>
            <a:r>
              <a:rPr lang="en-US" sz="2400" b="1" dirty="0"/>
              <a:t>The key word: autonomy: </a:t>
            </a:r>
            <a:r>
              <a:rPr lang="en-US" sz="2400" dirty="0"/>
              <a:t>the LLM decides </a:t>
            </a:r>
            <a:r>
              <a:rPr lang="en-US" sz="2400" b="1" dirty="0"/>
              <a:t>when to stop and what to do next</a:t>
            </a:r>
            <a:endParaRPr lang="en-US" sz="2400" dirty="0"/>
          </a:p>
        </p:txBody>
      </p:sp>
      <p:pic>
        <p:nvPicPr>
          <p:cNvPr id="1030" name="Picture 6" descr="r/matrix - What is your overall opinion about Agent Smith?">
            <a:extLst>
              <a:ext uri="{FF2B5EF4-FFF2-40B4-BE49-F238E27FC236}">
                <a16:creationId xmlns:a16="http://schemas.microsoft.com/office/drawing/2014/main" id="{01456E8C-B6EE-4E8F-9B22-052D695FD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154691" y="1633536"/>
            <a:ext cx="2518586" cy="2518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36994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314" y="628650"/>
            <a:ext cx="10518776" cy="642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Chatbot vs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262" y="1633536"/>
            <a:ext cx="4137252" cy="439404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b="1" dirty="0"/>
              <a:t>Capability</a:t>
            </a:r>
          </a:p>
          <a:p>
            <a:pPr marL="0" lvl="0" indent="0">
              <a:buNone/>
            </a:pPr>
            <a:r>
              <a:rPr lang="en-US" sz="2400" dirty="0"/>
              <a:t>Answers questions</a:t>
            </a:r>
          </a:p>
          <a:p>
            <a:pPr marL="0" lvl="0" indent="0">
              <a:buNone/>
            </a:pPr>
            <a:r>
              <a:rPr lang="en-US" sz="2400" dirty="0"/>
              <a:t>Completes goals</a:t>
            </a:r>
          </a:p>
          <a:p>
            <a:pPr marL="0" lvl="0" indent="0">
              <a:buNone/>
            </a:pPr>
            <a:r>
              <a:rPr lang="en-US" sz="2400" dirty="0"/>
              <a:t>Has persistent memory</a:t>
            </a:r>
          </a:p>
          <a:p>
            <a:pPr marL="0" lvl="0" indent="0">
              <a:buNone/>
            </a:pPr>
            <a:r>
              <a:rPr lang="en-US" sz="2400" dirty="0"/>
              <a:t>Uses tools &amp; APIs</a:t>
            </a:r>
          </a:p>
          <a:p>
            <a:pPr marL="0" lvl="0" indent="0">
              <a:buNone/>
            </a:pPr>
            <a:r>
              <a:rPr lang="en-US" sz="2400" dirty="0"/>
              <a:t>Multi-step workflows</a:t>
            </a:r>
          </a:p>
          <a:p>
            <a:pPr marL="0" lvl="0" indent="0">
              <a:buNone/>
            </a:pPr>
            <a:r>
              <a:rPr lang="en-US" sz="2400" dirty="0"/>
              <a:t>Autonomous decisions</a:t>
            </a:r>
          </a:p>
          <a:p>
            <a:pPr marL="0" lvl="0" indent="0">
              <a:buNone/>
            </a:pPr>
            <a:r>
              <a:rPr lang="en-US" sz="2400" dirty="0"/>
              <a:t>Can fail and retry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60DC0E7-03CB-4C20-B651-F543B1736E4B}"/>
              </a:ext>
            </a:extLst>
          </p:cNvPr>
          <p:cNvSpPr txBox="1">
            <a:spLocks/>
          </p:cNvSpPr>
          <p:nvPr/>
        </p:nvSpPr>
        <p:spPr>
          <a:xfrm>
            <a:off x="5636564" y="1633536"/>
            <a:ext cx="2149832" cy="439404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65107" indent="-265107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rgbClr val="124F7B"/>
              </a:buClr>
              <a:buSzPct val="12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1pPr>
            <a:lvl2pPr marL="742932" indent="-28574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rgbClr val="124F7B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2pPr>
            <a:lvl3pPr marL="1142971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rgbClr val="124F7B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3pPr>
            <a:lvl4pPr marL="1600160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rgbClr val="124F7B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4pPr>
            <a:lvl5pPr marL="2057349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rgbClr val="124F7B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5pPr>
            <a:lvl6pPr marL="2514537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/>
              <a:t>Chatbot</a:t>
            </a:r>
          </a:p>
          <a:p>
            <a:pPr marL="0" indent="0" algn="ctr">
              <a:buNone/>
            </a:pPr>
            <a:r>
              <a:rPr lang="gu-IN" sz="2400" dirty="0"/>
              <a:t>✓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×</a:t>
            </a:r>
          </a:p>
          <a:p>
            <a:pPr marL="0" indent="0" algn="ctr">
              <a:buNone/>
            </a:pPr>
            <a:r>
              <a:rPr lang="en-US" sz="2400" dirty="0"/>
              <a:t>×</a:t>
            </a:r>
          </a:p>
          <a:p>
            <a:pPr marL="0" indent="0" algn="ctr">
              <a:buNone/>
            </a:pPr>
            <a:r>
              <a:rPr lang="en-US" sz="2400" dirty="0"/>
              <a:t>×</a:t>
            </a:r>
          </a:p>
          <a:p>
            <a:pPr marL="0" indent="0" algn="ctr">
              <a:buNone/>
            </a:pPr>
            <a:r>
              <a:rPr lang="en-US" sz="2400" dirty="0"/>
              <a:t>×</a:t>
            </a:r>
          </a:p>
          <a:p>
            <a:pPr marL="0" indent="0" algn="ctr">
              <a:buNone/>
            </a:pPr>
            <a:r>
              <a:rPr lang="en-US" sz="2400" dirty="0"/>
              <a:t>×</a:t>
            </a:r>
          </a:p>
          <a:p>
            <a:pPr marL="0" indent="0" algn="ctr">
              <a:buNone/>
            </a:pPr>
            <a:r>
              <a:rPr lang="en-US" sz="2400" dirty="0"/>
              <a:t>×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77C16E3-D361-4A1A-85F7-A9CDCF12FEE0}"/>
              </a:ext>
            </a:extLst>
          </p:cNvPr>
          <p:cNvSpPr txBox="1">
            <a:spLocks/>
          </p:cNvSpPr>
          <p:nvPr/>
        </p:nvSpPr>
        <p:spPr>
          <a:xfrm>
            <a:off x="8328446" y="1633536"/>
            <a:ext cx="2149832" cy="439404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65107" indent="-265107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rgbClr val="124F7B"/>
              </a:buClr>
              <a:buSzPct val="12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1pPr>
            <a:lvl2pPr marL="742932" indent="-28574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rgbClr val="124F7B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2pPr>
            <a:lvl3pPr marL="1142971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rgbClr val="124F7B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3pPr>
            <a:lvl4pPr marL="1600160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rgbClr val="124F7B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4pPr>
            <a:lvl5pPr marL="2057349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rgbClr val="124F7B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5pPr>
            <a:lvl6pPr marL="2514537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/>
              <a:t>AI Agent</a:t>
            </a:r>
          </a:p>
          <a:p>
            <a:pPr marL="0" indent="0" algn="ctr">
              <a:buNone/>
            </a:pPr>
            <a:r>
              <a:rPr lang="gu-IN" sz="2400" dirty="0"/>
              <a:t>✓</a:t>
            </a:r>
            <a:endParaRPr lang="en-US" sz="2400" dirty="0"/>
          </a:p>
          <a:p>
            <a:pPr marL="0" indent="0" algn="ctr">
              <a:buNone/>
            </a:pPr>
            <a:r>
              <a:rPr lang="gu-IN" sz="2400" dirty="0"/>
              <a:t>✓</a:t>
            </a:r>
            <a:endParaRPr lang="en-US" sz="2400" dirty="0"/>
          </a:p>
          <a:p>
            <a:pPr marL="0" indent="0" algn="ctr">
              <a:buNone/>
            </a:pPr>
            <a:r>
              <a:rPr lang="gu-IN" sz="2400" dirty="0"/>
              <a:t>✓</a:t>
            </a:r>
            <a:endParaRPr lang="en-US" sz="2400" dirty="0"/>
          </a:p>
          <a:p>
            <a:pPr marL="0" indent="0" algn="ctr">
              <a:buNone/>
            </a:pPr>
            <a:r>
              <a:rPr lang="gu-IN" sz="2400" dirty="0"/>
              <a:t>✓</a:t>
            </a:r>
            <a:endParaRPr lang="en-US" sz="2400" dirty="0"/>
          </a:p>
          <a:p>
            <a:pPr marL="0" indent="0" algn="ctr">
              <a:buNone/>
            </a:pPr>
            <a:r>
              <a:rPr lang="gu-IN" sz="2400" dirty="0"/>
              <a:t>✓</a:t>
            </a:r>
            <a:endParaRPr lang="en-US" sz="2400" dirty="0"/>
          </a:p>
          <a:p>
            <a:pPr marL="0" indent="0" algn="ctr">
              <a:buNone/>
            </a:pPr>
            <a:r>
              <a:rPr lang="gu-IN" sz="2400" dirty="0"/>
              <a:t>✓</a:t>
            </a:r>
            <a:endParaRPr lang="en-US" sz="2400" dirty="0"/>
          </a:p>
          <a:p>
            <a:pPr marL="0" indent="0" algn="ctr">
              <a:buNone/>
            </a:pPr>
            <a:r>
              <a:rPr lang="gu-IN" sz="2400" dirty="0"/>
              <a:t>✓</a:t>
            </a:r>
            <a:endParaRPr lang="en-US" sz="2400" dirty="0"/>
          </a:p>
        </p:txBody>
      </p:sp>
      <p:pic>
        <p:nvPicPr>
          <p:cNvPr id="11" name="Picture 6" descr="r/matrix - What is your overall opinion about Agent Smith?">
            <a:extLst>
              <a:ext uri="{FF2B5EF4-FFF2-40B4-BE49-F238E27FC236}">
                <a16:creationId xmlns:a16="http://schemas.microsoft.com/office/drawing/2014/main" id="{A44003D5-154F-4C30-9311-EBC447BDE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091466" y="1009745"/>
            <a:ext cx="623791" cy="6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hatbot icon | Free SVG">
            <a:extLst>
              <a:ext uri="{FF2B5EF4-FFF2-40B4-BE49-F238E27FC236}">
                <a16:creationId xmlns:a16="http://schemas.microsoft.com/office/drawing/2014/main" id="{CFD64102-5CDE-4249-A2E9-3FD373C60D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9" t="18818" r="9199" b="18818"/>
          <a:stretch/>
        </p:blipFill>
        <p:spPr bwMode="auto">
          <a:xfrm>
            <a:off x="6354229" y="1082351"/>
            <a:ext cx="721200" cy="551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360296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14CC7C-498F-46FC-804E-3C7287A08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dirty="0"/>
              <a:t>User says:</a:t>
            </a:r>
            <a:r>
              <a:rPr lang="en-US" dirty="0"/>
              <a:t> “Prepare the weekly sales report and notify the team”</a:t>
            </a:r>
          </a:p>
          <a:p>
            <a:pPr marL="0" lvl="0" indent="0">
              <a:buNone/>
            </a:pPr>
            <a:r>
              <a:rPr lang="en-US" b="1" dirty="0"/>
              <a:t>What the agent does autonomously:</a:t>
            </a:r>
          </a:p>
          <a:p>
            <a:pPr marL="342900" lvl="0" indent="-342900">
              <a:buAutoNum type="arabicPeriod"/>
            </a:pPr>
            <a:r>
              <a:rPr lang="en-US" dirty="0"/>
              <a:t>🗄️ Query sales database for this week’s data</a:t>
            </a:r>
          </a:p>
          <a:p>
            <a:pPr marL="342900" lvl="0" indent="-342900">
              <a:buAutoNum type="arabicPeriod"/>
            </a:pPr>
            <a:r>
              <a:rPr lang="en-US" dirty="0"/>
              <a:t>📄 Retrieve the standard report template</a:t>
            </a:r>
          </a:p>
          <a:p>
            <a:pPr marL="342900" lvl="0" indent="-342900">
              <a:buAutoNum type="arabicPeriod"/>
            </a:pPr>
            <a:r>
              <a:rPr lang="en-US" dirty="0"/>
              <a:t>📊 Generate charts and figures</a:t>
            </a:r>
          </a:p>
          <a:p>
            <a:pPr marL="342900" lvl="0" indent="-342900">
              <a:buAutoNum type="arabicPeriod"/>
            </a:pPr>
            <a:r>
              <a:rPr lang="en-US" dirty="0"/>
              <a:t>🤖 Write the executive summary</a:t>
            </a:r>
          </a:p>
          <a:p>
            <a:pPr marL="342900" lvl="0" indent="-342900">
              <a:buAutoNum type="arabicPeriod"/>
            </a:pPr>
            <a:r>
              <a:rPr lang="en-US" dirty="0"/>
              <a:t>💬 Post “Report ready” to Slack</a:t>
            </a:r>
          </a:p>
          <a:p>
            <a:pPr marL="342900" lvl="0" indent="-342900">
              <a:buAutoNum type="arabicPeriod"/>
            </a:pPr>
            <a:r>
              <a:rPr lang="en-US" dirty="0"/>
              <a:t>📧 Email PDF to the management list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551ED4-0644-4035-BD24-5F0710E95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Agent Usage Example</a:t>
            </a:r>
            <a:endParaRPr lang="el-GR" dirty="0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9F0B507C-1414-4914-88FC-118B84E67280}"/>
              </a:ext>
            </a:extLst>
          </p:cNvPr>
          <p:cNvSpPr/>
          <p:nvPr/>
        </p:nvSpPr>
        <p:spPr>
          <a:xfrm>
            <a:off x="8166294" y="3443038"/>
            <a:ext cx="3209731" cy="1110343"/>
          </a:xfrm>
          <a:prstGeom prst="wedgeRoundRectCallout">
            <a:avLst>
              <a:gd name="adj1" fmla="val 37888"/>
              <a:gd name="adj2" fmla="val 75105"/>
              <a:gd name="adj3" fmla="val 16667"/>
            </a:avLst>
          </a:prstGeom>
          <a:solidFill>
            <a:srgbClr val="004D7C"/>
          </a:solidFill>
          <a:ln>
            <a:solidFill>
              <a:srgbClr val="004D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So the only challenge is to integrate these services with the agent </a:t>
            </a:r>
            <a:endParaRPr lang="el-GR" dirty="0">
              <a:solidFill>
                <a:schemeClr val="bg1"/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35499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14CC7C-498F-46FC-804E-3C7287A08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263" y="1633537"/>
            <a:ext cx="10418762" cy="377762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Agents need tools. Before MCP, every integration was custom-built.</a:t>
            </a:r>
          </a:p>
          <a:p>
            <a:pPr marL="0" lvl="0" indent="0">
              <a:buNone/>
            </a:pPr>
            <a:r>
              <a:rPr lang="en-US" dirty="0">
                <a:latin typeface="Consolas" panose="020B0609020204030204" pitchFamily="49" charset="0"/>
              </a:rPr>
              <a:t>5 AI Apps × 10 APIs = 50 custom integrations</a:t>
            </a:r>
          </a:p>
          <a:p>
            <a:pPr marL="0" lvl="0" indent="0">
              <a:buNone/>
            </a:pPr>
            <a:r>
              <a:rPr lang="en-US" dirty="0"/>
              <a:t>Each one required:</a:t>
            </a:r>
          </a:p>
          <a:p>
            <a:pPr marL="0" lvl="0" indent="0">
              <a:buNone/>
            </a:pPr>
            <a:r>
              <a:rPr lang="en-US" dirty="0"/>
              <a:t>❌ Unique authentication logic per API</a:t>
            </a:r>
          </a:p>
          <a:p>
            <a:pPr marL="0" lvl="0" indent="0">
              <a:buNone/>
            </a:pPr>
            <a:r>
              <a:rPr lang="en-US" dirty="0"/>
              <a:t>❌ Custom data format parsing</a:t>
            </a:r>
          </a:p>
          <a:p>
            <a:pPr marL="0" lvl="0" indent="0">
              <a:buNone/>
            </a:pPr>
            <a:r>
              <a:rPr lang="en-US" dirty="0"/>
              <a:t>❌ Breaks when the API changes</a:t>
            </a:r>
          </a:p>
          <a:p>
            <a:pPr marL="0" lvl="0" indent="0">
              <a:buNone/>
            </a:pPr>
            <a:r>
              <a:rPr lang="en-US" dirty="0"/>
              <a:t>❌ Cannot be reused across different</a:t>
            </a:r>
            <a:br>
              <a:rPr lang="en-US" dirty="0"/>
            </a:br>
            <a:r>
              <a:rPr lang="en-US" dirty="0"/>
              <a:t>     </a:t>
            </a:r>
            <a:r>
              <a:rPr lang="en-US" sz="2400" dirty="0"/>
              <a:t> </a:t>
            </a:r>
            <a:r>
              <a:rPr lang="en-US" dirty="0"/>
              <a:t>LLMs or frameworks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551ED4-0644-4035-BD24-5F0710E95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spcBef>
                <a:spcPts val="3000"/>
              </a:spcBef>
            </a:pPr>
            <a:r>
              <a:rPr lang="en-US" b="1" dirty="0"/>
              <a:t>The Integration Problem (Before MCP)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BDCB72-FFDE-4EF6-BC89-3BAD46974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619" y="3305539"/>
            <a:ext cx="5715000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3992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14163B-A47D-426D-8709-4A592F617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Created by Anthropic in 2024, now an open standard</a:t>
            </a:r>
          </a:p>
          <a:p>
            <a:r>
              <a:rPr lang="en-US" dirty="0"/>
              <a:t>Standardizes how AI connects to tools and systems</a:t>
            </a:r>
          </a:p>
          <a:p>
            <a:pPr lvl="1"/>
            <a:r>
              <a:rPr lang="en-US" dirty="0"/>
              <a:t>Like a </a:t>
            </a:r>
            <a:r>
              <a:rPr lang="en-GB" dirty="0"/>
              <a:t>USB-C for AI</a:t>
            </a:r>
          </a:p>
          <a:p>
            <a:r>
              <a:rPr lang="en-US" dirty="0"/>
              <a:t>Write an MCP server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works with </a:t>
            </a:r>
            <a:r>
              <a:rPr lang="en-US" b="1" dirty="0"/>
              <a:t>any</a:t>
            </a:r>
            <a:r>
              <a:rPr lang="en-US" dirty="0"/>
              <a:t> LLM, </a:t>
            </a:r>
            <a:r>
              <a:rPr lang="en-US" b="1" dirty="0"/>
              <a:t>any</a:t>
            </a:r>
            <a:r>
              <a:rPr lang="en-US" dirty="0"/>
              <a:t> framework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872A06-4CA6-4476-A1AF-FEF35D048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Context Protocol (MCP)</a:t>
            </a:r>
            <a:endParaRPr lang="el-G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6BF594-6DF4-484C-B64F-A509AB91C7E4}"/>
              </a:ext>
            </a:extLst>
          </p:cNvPr>
          <p:cNvSpPr/>
          <p:nvPr/>
        </p:nvSpPr>
        <p:spPr>
          <a:xfrm>
            <a:off x="6024521" y="5841548"/>
            <a:ext cx="29868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Source: </a:t>
            </a:r>
            <a:r>
              <a:rPr lang="en-US" sz="1200" dirty="0">
                <a:solidFill>
                  <a:srgbClr val="004D7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modelcontextprotocol.io</a:t>
            </a:r>
            <a:endParaRPr lang="el-GR" sz="1200" dirty="0">
              <a:solidFill>
                <a:srgbClr val="004D7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5E08F4-0D92-46C1-A7EC-3985CB07C78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54319" y="3225269"/>
            <a:ext cx="8327300" cy="26162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B1651E-37D6-4DD4-BDE5-F9D7C1E43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272" y="1633537"/>
            <a:ext cx="785347" cy="78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28370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14163B-A47D-426D-8709-4A592F617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263" y="1633537"/>
            <a:ext cx="10418762" cy="698091"/>
          </a:xfrm>
        </p:spPr>
        <p:txBody>
          <a:bodyPr/>
          <a:lstStyle/>
          <a:p>
            <a:r>
              <a:rPr lang="en-US" dirty="0"/>
              <a:t>MCP is a </a:t>
            </a:r>
            <a:r>
              <a:rPr lang="en-US" b="1" dirty="0"/>
              <a:t>runtime protocol</a:t>
            </a:r>
            <a:r>
              <a:rPr lang="en-US" dirty="0"/>
              <a:t>, not just a spec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872A06-4CA6-4476-A1AF-FEF35D048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MCP offers</a:t>
            </a:r>
            <a:endParaRPr lang="el-G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B1651E-37D6-4DD4-BDE5-F9D7C1E43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272" y="1633537"/>
            <a:ext cx="785347" cy="788339"/>
          </a:xfrm>
          <a:prstGeom prst="rect">
            <a:avLst/>
          </a:prstGeom>
        </p:spPr>
      </p:pic>
      <p:graphicFrame>
        <p:nvGraphicFramePr>
          <p:cNvPr id="9" name="Content Placeholder 5">
            <a:extLst>
              <a:ext uri="{FF2B5EF4-FFF2-40B4-BE49-F238E27FC236}">
                <a16:creationId xmlns:a16="http://schemas.microsoft.com/office/drawing/2014/main" id="{34A5F4EB-BF97-4E9E-B81F-59C2A322E4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451666"/>
              </p:ext>
            </p:extLst>
          </p:nvPr>
        </p:nvGraphicFramePr>
        <p:xfrm>
          <a:off x="1732384" y="2646214"/>
          <a:ext cx="8727232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10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7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>
                          <a:solidFill>
                            <a:schemeClr val="bg1"/>
                          </a:solidFill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Capability</a:t>
                      </a:r>
                    </a:p>
                  </a:txBody>
                  <a:tcPr>
                    <a:solidFill>
                      <a:srgbClr val="004D7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Open Sans SemiBold" panose="020B0706030804020204" pitchFamily="34" charset="0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Description</a:t>
                      </a:r>
                      <a:endParaRPr dirty="0">
                        <a:solidFill>
                          <a:schemeClr val="bg1"/>
                        </a:solidFill>
                        <a:latin typeface="Open Sans SemiBold" panose="020B0706030804020204" pitchFamily="34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endParaRPr>
                    </a:p>
                  </a:txBody>
                  <a:tcPr>
                    <a:solidFill>
                      <a:srgbClr val="004D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Tool discovery</a:t>
                      </a:r>
                      <a:endParaRPr b="1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LLM learns what tools exist at runtime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Tool invocation</a:t>
                      </a:r>
                      <a:endParaRPr b="1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Standard call/response 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Context sharing</a:t>
                      </a:r>
                      <a:endParaRPr b="1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Pass structured data between agent and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Structured responses</a:t>
                      </a:r>
                      <a:endParaRPr b="1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Consistent, typed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Permissions</a:t>
                      </a:r>
                      <a:endParaRPr b="1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What the agent is allowed to 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Interoperability</a:t>
                      </a:r>
                      <a:endParaRPr b="1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Any LLM + any tool + any server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714006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872A06-4CA6-4476-A1AF-FEF35D048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MCP servers</a:t>
            </a:r>
            <a:endParaRPr lang="el-G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E67A07-8D47-484F-ACFE-4E8B80063ED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69918" y="673619"/>
            <a:ext cx="5291454" cy="566776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C1C43F3-21E7-4942-8F24-2999F6E9E88A}"/>
              </a:ext>
            </a:extLst>
          </p:cNvPr>
          <p:cNvSpPr/>
          <p:nvPr/>
        </p:nvSpPr>
        <p:spPr>
          <a:xfrm>
            <a:off x="3526971" y="6045881"/>
            <a:ext cx="324294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Source: </a:t>
            </a:r>
            <a:r>
              <a:rPr lang="en-US" sz="1200" dirty="0">
                <a:solidFill>
                  <a:srgbClr val="004D7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awesome-</a:t>
            </a:r>
            <a:r>
              <a:rPr lang="en-US" sz="1200" dirty="0" err="1">
                <a:solidFill>
                  <a:srgbClr val="004D7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mcp</a:t>
            </a:r>
            <a:r>
              <a:rPr lang="en-US" sz="1200" dirty="0">
                <a:solidFill>
                  <a:srgbClr val="004D7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-servers on GitHub</a:t>
            </a:r>
            <a:endParaRPr lang="el-GR" sz="1200" dirty="0">
              <a:solidFill>
                <a:srgbClr val="004D7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B092E7-6666-40FA-9057-83E638944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6208" y="1479296"/>
            <a:ext cx="4168392" cy="441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64773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4E57F6-F651-49CC-AEF6-276CD7E10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263" y="1633536"/>
            <a:ext cx="10418762" cy="4597499"/>
          </a:xfrm>
        </p:spPr>
        <p:txBody>
          <a:bodyPr>
            <a:normAutofit/>
          </a:bodyPr>
          <a:lstStyle/>
          <a:p>
            <a:r>
              <a:rPr lang="en-US" dirty="0"/>
              <a:t>Expose DBs/documents as resources</a:t>
            </a:r>
          </a:p>
          <a:p>
            <a:r>
              <a:rPr lang="en-US" dirty="0"/>
              <a:t>RAG as MCP Tool</a:t>
            </a:r>
          </a:p>
          <a:p>
            <a:pPr lvl="1"/>
            <a:r>
              <a:rPr lang="en-US" dirty="0"/>
              <a:t>Expose semantic lookup functions</a:t>
            </a:r>
            <a:br>
              <a:rPr lang="en-US" dirty="0"/>
            </a:br>
            <a:r>
              <a:rPr lang="en-US" dirty="0"/>
              <a:t>(e.g. </a:t>
            </a:r>
            <a:r>
              <a:rPr lang="en-US" dirty="0" err="1"/>
              <a:t>search_vector_db</a:t>
            </a:r>
            <a:r>
              <a:rPr lang="en-US" dirty="0"/>
              <a:t>(query))</a:t>
            </a:r>
          </a:p>
          <a:p>
            <a:pPr lvl="1"/>
            <a:r>
              <a:rPr lang="en-US" dirty="0"/>
              <a:t>Let LLM dynamically decide when to run</a:t>
            </a:r>
            <a:br>
              <a:rPr lang="en-US" dirty="0"/>
            </a:br>
            <a:r>
              <a:rPr lang="en-US" dirty="0"/>
              <a:t>searches and fetch precise text chunks</a:t>
            </a:r>
          </a:p>
          <a:p>
            <a:pPr lvl="1"/>
            <a:r>
              <a:rPr lang="en-US" dirty="0"/>
              <a:t>Other knowledge collection tools are</a:t>
            </a:r>
            <a:br>
              <a:rPr lang="en-US" dirty="0"/>
            </a:br>
            <a:r>
              <a:rPr lang="en-US" dirty="0"/>
              <a:t>possible to connect, e.g. web search!</a:t>
            </a:r>
          </a:p>
          <a:p>
            <a:r>
              <a:rPr lang="en-US" dirty="0"/>
              <a:t>Key Benefits</a:t>
            </a:r>
          </a:p>
          <a:p>
            <a:pPr lvl="1"/>
            <a:r>
              <a:rPr lang="en-US" dirty="0"/>
              <a:t>Universal Client Connectivity: Build your RAG server once; use it across AI applications</a:t>
            </a:r>
          </a:p>
          <a:p>
            <a:pPr lvl="1"/>
            <a:r>
              <a:rPr lang="en-US" dirty="0"/>
              <a:t>Token Efficiency: Pull only relevant semantic chunks</a:t>
            </a:r>
          </a:p>
          <a:p>
            <a:pPr lvl="1"/>
            <a:r>
              <a:rPr lang="en-US" dirty="0"/>
              <a:t>Flexibility: Allow the model to autonomously choose when it needs external knowledge</a:t>
            </a:r>
            <a:endParaRPr lang="el-G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E41B19-8FDA-4BCC-B253-14DBBCF96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RAG using MCP?</a:t>
            </a:r>
            <a:endParaRPr lang="el-G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B87ACF-8CCF-4F20-A430-B1D3524488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908"/>
          <a:stretch/>
        </p:blipFill>
        <p:spPr>
          <a:xfrm>
            <a:off x="6540451" y="1633536"/>
            <a:ext cx="5141168" cy="299495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33B8B84-0105-4F98-B722-D44DEAEBF0B9}"/>
              </a:ext>
            </a:extLst>
          </p:cNvPr>
          <p:cNvSpPr/>
          <p:nvPr/>
        </p:nvSpPr>
        <p:spPr>
          <a:xfrm>
            <a:off x="7165157" y="4628490"/>
            <a:ext cx="389175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Source: </a:t>
            </a:r>
            <a:r>
              <a:rPr lang="en-US" sz="1200" dirty="0">
                <a:solidFill>
                  <a:srgbClr val="004D7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MCP-Powered Agentic RAG (Medium)</a:t>
            </a:r>
            <a:endParaRPr lang="el-GR" sz="1200" dirty="0">
              <a:solidFill>
                <a:srgbClr val="004D7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84016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A95F2D-1285-4423-874A-3FB964933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Part 2: Build Your Own Assistant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61459818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78194E-073C-4C77-A146-35410C6B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3</a:t>
            </a:r>
          </a:p>
          <a:p>
            <a:r>
              <a:rPr lang="en-US" dirty="0" err="1"/>
              <a:t>FastMCP</a:t>
            </a:r>
            <a:endParaRPr lang="el-G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B11124-76E4-4D3E-9795-80979B5F0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and Architecture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4110784298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30185F-FC6A-4958-BB0F-F6746B8C4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263" y="1633537"/>
            <a:ext cx="2420419" cy="3777622"/>
          </a:xfrm>
        </p:spPr>
        <p:txBody>
          <a:bodyPr/>
          <a:lstStyle/>
          <a:p>
            <a:r>
              <a:rPr lang="en-US" dirty="0"/>
              <a:t>Open a connection to an LLM model</a:t>
            </a:r>
          </a:p>
          <a:p>
            <a:r>
              <a:rPr lang="en-US" dirty="0"/>
              <a:t>Collect messages for context</a:t>
            </a:r>
            <a:endParaRPr lang="el-GR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E221F6-6801-4065-9D31-08B9315EB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The simplest possible assistant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37CE76-1EC8-487C-95E5-99F2C74BF300}"/>
              </a:ext>
            </a:extLst>
          </p:cNvPr>
          <p:cNvSpPr txBox="1"/>
          <p:nvPr/>
        </p:nvSpPr>
        <p:spPr>
          <a:xfrm>
            <a:off x="3377682" y="1633537"/>
            <a:ext cx="8303937" cy="4302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</a:pPr>
            <a:r>
              <a:rPr lang="el-GR" sz="15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l-GR" sz="15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langchain_core.messages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l-GR" sz="15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l-GR" sz="15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SystemMessage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l-GR" sz="15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HumanMessage</a:t>
            </a:r>
            <a:endParaRPr lang="el-GR" sz="1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2200"/>
              </a:lnSpc>
              <a:spcAft>
                <a:spcPts val="0"/>
              </a:spcAft>
            </a:pPr>
            <a:r>
              <a:rPr lang="el-GR" sz="15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l-GR" sz="15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model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l-GR" sz="15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l-GR" sz="15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get_model</a:t>
            </a:r>
            <a:endParaRPr lang="el-GR" sz="1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2200"/>
              </a:lnSpc>
              <a:spcAft>
                <a:spcPts val="0"/>
              </a:spcAft>
            </a:pPr>
            <a:r>
              <a:rPr lang="el-GR" sz="15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aimodel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= </a:t>
            </a:r>
            <a:r>
              <a:rPr lang="el-GR" sz="15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get_model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lang="el-GR" sz="1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2200"/>
              </a:lnSpc>
              <a:spcAft>
                <a:spcPts val="0"/>
              </a:spcAft>
            </a:pPr>
            <a:r>
              <a:rPr lang="el-GR" sz="15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system_prompt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= </a:t>
            </a:r>
            <a:r>
              <a:rPr lang="el-GR" sz="15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SystemMessage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l-GR" sz="15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content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l-GR" sz="15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l-GR" sz="1500" i="1" dirty="0" err="1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You</a:t>
            </a:r>
            <a:r>
              <a:rPr lang="el-GR" sz="15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l-GR" sz="1500" i="1" dirty="0" err="1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are</a:t>
            </a:r>
            <a:r>
              <a:rPr lang="el-GR" sz="15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a </a:t>
            </a:r>
            <a:r>
              <a:rPr lang="el-GR" sz="1500" i="1" dirty="0" err="1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helpful</a:t>
            </a:r>
            <a:r>
              <a:rPr lang="el-GR" sz="15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AI </a:t>
            </a:r>
            <a:r>
              <a:rPr lang="el-GR" sz="1500" i="1" dirty="0" err="1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assistant</a:t>
            </a:r>
            <a:r>
              <a:rPr lang="el-GR" sz="15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."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l-GR" sz="1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2200"/>
              </a:lnSpc>
              <a:spcAft>
                <a:spcPts val="0"/>
              </a:spcAft>
            </a:pPr>
            <a:r>
              <a:rPr lang="el-GR" sz="15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l-GR" sz="15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"AI </a:t>
            </a:r>
            <a:r>
              <a:rPr lang="el-GR" sz="1500" i="1" dirty="0" err="1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Assistant</a:t>
            </a:r>
            <a:r>
              <a:rPr lang="el-GR" sz="15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l-GR" sz="1500" i="1" dirty="0" err="1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</a:t>
            </a:r>
            <a:r>
              <a:rPr lang="el-GR" sz="15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l-GR" sz="1500" i="1" dirty="0" err="1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ready</a:t>
            </a:r>
            <a:r>
              <a:rPr lang="el-GR" sz="15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! (</a:t>
            </a:r>
            <a:r>
              <a:rPr lang="el-GR" sz="1500" i="1" dirty="0" err="1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Type</a:t>
            </a:r>
            <a:r>
              <a:rPr lang="el-GR" sz="15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'</a:t>
            </a:r>
            <a:r>
              <a:rPr lang="el-GR" sz="1500" i="1" dirty="0" err="1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exit</a:t>
            </a:r>
            <a:r>
              <a:rPr lang="el-GR" sz="15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 </a:t>
            </a:r>
            <a:r>
              <a:rPr lang="el-GR" sz="1500" i="1" dirty="0" err="1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</a:t>
            </a:r>
            <a:r>
              <a:rPr lang="el-GR" sz="15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l-GR" sz="1500" i="1" dirty="0" err="1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stop</a:t>
            </a:r>
            <a:r>
              <a:rPr lang="el-GR" sz="15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)"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l-GR" sz="1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2200"/>
              </a:lnSpc>
              <a:spcAft>
                <a:spcPts val="0"/>
              </a:spcAft>
            </a:pPr>
            <a:r>
              <a:rPr lang="el-GR" sz="15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messages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= [</a:t>
            </a:r>
            <a:r>
              <a:rPr lang="el-GR" sz="15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system_prompt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]</a:t>
            </a:r>
            <a:endParaRPr lang="el-GR" sz="1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2200"/>
              </a:lnSpc>
              <a:spcAft>
                <a:spcPts val="0"/>
              </a:spcAft>
            </a:pPr>
            <a:r>
              <a:rPr lang="el-GR" sz="15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while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l-GR" sz="15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True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l-GR" sz="1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2200"/>
              </a:lnSpc>
              <a:spcAft>
                <a:spcPts val="0"/>
              </a:spcAft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l-GR" sz="15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user_input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= </a:t>
            </a:r>
            <a:r>
              <a:rPr lang="el-GR" sz="15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l-GR" sz="15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"\</a:t>
            </a:r>
            <a:r>
              <a:rPr lang="el-GR" sz="1500" i="1" dirty="0" err="1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nYou</a:t>
            </a:r>
            <a:r>
              <a:rPr lang="el-GR" sz="15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"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l-GR" sz="1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2200"/>
              </a:lnSpc>
              <a:spcAft>
                <a:spcPts val="0"/>
              </a:spcAft>
            </a:pP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l-GR" sz="15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l-GR" sz="15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user_input.lower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 </a:t>
            </a:r>
            <a:r>
              <a:rPr lang="el-GR" sz="15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[</a:t>
            </a:r>
            <a:r>
              <a:rPr lang="el-GR" sz="15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l-GR" sz="1500" i="1" dirty="0" err="1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exit</a:t>
            </a:r>
            <a:r>
              <a:rPr lang="el-GR" sz="15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l-GR" sz="15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l-GR" sz="1500" i="1" dirty="0" err="1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quit</a:t>
            </a:r>
            <a:r>
              <a:rPr lang="el-GR" sz="15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]:</a:t>
            </a:r>
            <a:r>
              <a:rPr lang="en-US" sz="1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l-GR" sz="15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break</a:t>
            </a:r>
            <a:endParaRPr lang="el-GR" sz="1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2200"/>
              </a:lnSpc>
              <a:spcAft>
                <a:spcPts val="0"/>
              </a:spcAft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l-GR" sz="15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messages.append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l-GR" sz="15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HumanMessage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l-GR" sz="15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content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l-GR" sz="15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user_input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))</a:t>
            </a:r>
            <a:endParaRPr lang="el-GR" sz="1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2200"/>
              </a:lnSpc>
              <a:spcAft>
                <a:spcPts val="0"/>
              </a:spcAft>
            </a:pPr>
            <a:r>
              <a:rPr lang="en-US" sz="1500" dirty="0">
                <a:solidFill>
                  <a:srgbClr val="C0C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l-GR" sz="1500" dirty="0">
                <a:solidFill>
                  <a:srgbClr val="C0C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l-GR" sz="1500" dirty="0" err="1">
                <a:solidFill>
                  <a:srgbClr val="C0C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Get</a:t>
            </a:r>
            <a:r>
              <a:rPr lang="el-GR" sz="1500" dirty="0">
                <a:solidFill>
                  <a:srgbClr val="C0C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l-GR" sz="1500" dirty="0" err="1">
                <a:solidFill>
                  <a:srgbClr val="C0C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response</a:t>
            </a:r>
            <a:endParaRPr lang="el-GR" sz="1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2200"/>
              </a:lnSpc>
              <a:spcAft>
                <a:spcPts val="0"/>
              </a:spcAft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l-GR" sz="15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response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= </a:t>
            </a:r>
            <a:r>
              <a:rPr lang="el-GR" sz="15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aimodel.invoke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l-GR" sz="15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messages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l-GR" sz="1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2200"/>
              </a:lnSpc>
              <a:spcAft>
                <a:spcPts val="0"/>
              </a:spcAft>
            </a:pP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l-GR" sz="15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l-GR" sz="15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f"\</a:t>
            </a:r>
            <a:r>
              <a:rPr lang="el-GR" sz="1500" i="1" dirty="0" err="1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nAI</a:t>
            </a:r>
            <a:r>
              <a:rPr lang="el-GR" sz="15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l-GR" sz="1500" i="1" dirty="0">
                <a:solidFill>
                  <a:srgbClr val="C9802B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l-GR" sz="1500" i="1" dirty="0" err="1">
                <a:solidFill>
                  <a:srgbClr val="C9802B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response.content</a:t>
            </a:r>
            <a:r>
              <a:rPr lang="el-GR" sz="1500" i="1" dirty="0">
                <a:solidFill>
                  <a:srgbClr val="C9802B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l-GR" sz="15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l-GR" sz="1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2200"/>
              </a:lnSpc>
              <a:spcAft>
                <a:spcPts val="0"/>
              </a:spcAft>
            </a:pPr>
            <a:r>
              <a:rPr lang="en-US" sz="1500" dirty="0">
                <a:solidFill>
                  <a:srgbClr val="C0C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l-GR" sz="1500" dirty="0">
                <a:solidFill>
                  <a:srgbClr val="C0C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l-GR" sz="1500" dirty="0" err="1">
                <a:solidFill>
                  <a:srgbClr val="C0C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Update</a:t>
            </a:r>
            <a:r>
              <a:rPr lang="el-GR" sz="1500" dirty="0">
                <a:solidFill>
                  <a:srgbClr val="C0C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l-GR" sz="1500" dirty="0" err="1">
                <a:solidFill>
                  <a:srgbClr val="C0C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history</a:t>
            </a:r>
            <a:r>
              <a:rPr lang="el-GR" sz="1500" dirty="0">
                <a:solidFill>
                  <a:srgbClr val="C0C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for </a:t>
            </a:r>
            <a:r>
              <a:rPr lang="el-GR" sz="1500" dirty="0" err="1">
                <a:solidFill>
                  <a:srgbClr val="C0C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context</a:t>
            </a:r>
            <a:endParaRPr lang="el-GR" sz="1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2200"/>
              </a:lnSpc>
              <a:spcAft>
                <a:spcPts val="0"/>
              </a:spcAft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l-GR" sz="15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messages.append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l-GR" sz="15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response</a:t>
            </a:r>
            <a:r>
              <a:rPr lang="el-GR" sz="15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l-GR" sz="1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70714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E221F6-6801-4065-9D31-08B9315EB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Model options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37CE76-1EC8-487C-95E5-99F2C74BF300}"/>
              </a:ext>
            </a:extLst>
          </p:cNvPr>
          <p:cNvSpPr txBox="1"/>
          <p:nvPr/>
        </p:nvSpPr>
        <p:spPr>
          <a:xfrm>
            <a:off x="957264" y="1633537"/>
            <a:ext cx="1072435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</a:t>
            </a:r>
            <a:endParaRPr lang="el-GR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langchain_openai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ChatOpenAI</a:t>
            </a:r>
            <a:endParaRPr lang="el-GR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langchain_anthropic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ChatAnthropic</a:t>
            </a:r>
            <a:endParaRPr lang="el-GR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langchain_ollama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ChatOllama</a:t>
            </a:r>
            <a:endParaRPr lang="el-GR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langchain_google_genai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ChatGoogleGenerativeAI</a:t>
            </a:r>
            <a:endParaRPr lang="el-GR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langchain_ariadne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ChatAriadne</a:t>
            </a:r>
            <a:endParaRPr lang="el-GR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dotenv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load_dotenv</a:t>
            </a:r>
            <a:endParaRPr lang="el-GR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load_dotenv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lang="el-GR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el-GR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get_model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():</a:t>
            </a:r>
            <a:endParaRPr lang="el-GR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model = {</a:t>
            </a:r>
            <a:endParaRPr lang="el-GR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"</a:t>
            </a:r>
            <a:r>
              <a:rPr lang="en-US" sz="1400" i="1" u="sng" dirty="0" err="1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openai</a:t>
            </a:r>
            <a:r>
              <a:rPr lang="en-US" sz="14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lambda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ChatOpenAI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(model=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os.getenv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"LLM_MODEL"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api_key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os.getenv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"LLM_API_KEY"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)),</a:t>
            </a:r>
            <a:endParaRPr lang="el-GR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"</a:t>
            </a:r>
            <a:r>
              <a:rPr lang="en-US" sz="1400" i="1" u="sng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anthropic</a:t>
            </a:r>
            <a:r>
              <a:rPr lang="en-US" sz="14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lambda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ChatAnthropic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(model=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os.getenv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"LLM_MODEL"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api_key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os.getenv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"LLM_API_KEY"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)),</a:t>
            </a:r>
            <a:endParaRPr lang="el-GR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"</a:t>
            </a:r>
            <a:r>
              <a:rPr lang="en-US" sz="1400" i="1" u="sng" dirty="0" err="1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ollama</a:t>
            </a:r>
            <a:r>
              <a:rPr lang="en-US" sz="14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lambda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ChatOllama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(model=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os.getenv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"LLM_MODEL"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)),</a:t>
            </a:r>
            <a:endParaRPr lang="el-GR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"google"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lambda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ChatGoogleGenerativeAI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(model=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os.getenv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"LLM_MODEL"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google_api_key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os.getenv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"LLM_API_KEY"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)),</a:t>
            </a:r>
            <a:endParaRPr lang="el-GR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"</a:t>
            </a:r>
            <a:r>
              <a:rPr lang="en-US" sz="1400" i="1" u="sng" dirty="0" err="1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ariadne</a:t>
            </a:r>
            <a:r>
              <a:rPr lang="en-US" sz="14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lambda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ChatAriadne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(model=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os.getenv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"LLM_MODEL"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api_key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os.getenv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"LLM_API_KEY"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base_url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os.getenv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"LLM_BASE_URL"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), provider=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os.getenv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"LLM_PROVIDER_NAME"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))</a:t>
            </a:r>
            <a:endParaRPr lang="el-GR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os.getenv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i="1" dirty="0">
                <a:solidFill>
                  <a:srgbClr val="00AA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"LLM_PROVIDER"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)]()</a:t>
            </a:r>
            <a:endParaRPr lang="el-GR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model</a:t>
            </a:r>
            <a:endParaRPr lang="el-GR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916D77-C54D-450B-B34F-7E94DAE85D1B}"/>
              </a:ext>
            </a:extLst>
          </p:cNvPr>
          <p:cNvSpPr/>
          <p:nvPr/>
        </p:nvSpPr>
        <p:spPr>
          <a:xfrm>
            <a:off x="7221895" y="2532986"/>
            <a:ext cx="401284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LLM_PROVIDER</a:t>
            </a:r>
            <a:r>
              <a:rPr lang="en-US" sz="16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google</a:t>
            </a:r>
            <a:endParaRPr lang="el-GR" sz="16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LLM_MODEL</a:t>
            </a:r>
            <a:r>
              <a:rPr lang="en-US" sz="16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gemini-3.1-flash-lite</a:t>
            </a:r>
            <a:endParaRPr lang="el-GR" sz="16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l-GR" sz="16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LLM_API_KEY</a:t>
            </a:r>
            <a:r>
              <a:rPr lang="el-GR" sz="1600" dirty="0">
                <a:solidFill>
                  <a:srgbClr val="8599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l-GR" sz="16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...</a:t>
            </a:r>
            <a:endParaRPr lang="el-GR" sz="16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4CF186CC-323D-43AE-8F39-BBAC647EDC21}"/>
              </a:ext>
            </a:extLst>
          </p:cNvPr>
          <p:cNvSpPr txBox="1">
            <a:spLocks/>
          </p:cNvSpPr>
          <p:nvPr/>
        </p:nvSpPr>
        <p:spPr>
          <a:xfrm>
            <a:off x="7221895" y="1633538"/>
            <a:ext cx="3900196" cy="89944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65107" indent="-265107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rgbClr val="124F7B"/>
              </a:buClr>
              <a:buSzPct val="12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1pPr>
            <a:lvl2pPr marL="742932" indent="-28574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rgbClr val="124F7B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2pPr>
            <a:lvl3pPr marL="1142971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rgbClr val="124F7B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3pPr>
            <a:lvl4pPr marL="1600160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rgbClr val="124F7B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4pPr>
            <a:lvl5pPr marL="2057349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rgbClr val="124F7B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5pPr>
            <a:lvl6pPr marL="2514537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Easily connect your API key from Google in the </a:t>
            </a:r>
            <a:r>
              <a:rPr lang="en-US" dirty="0">
                <a:latin typeface="Consolas" panose="020B0609020204030204" pitchFamily="49" charset="0"/>
              </a:rPr>
              <a:t>.env</a:t>
            </a:r>
            <a:r>
              <a:rPr lang="en-US" dirty="0"/>
              <a:t> file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99398634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64B8842-AE0C-4C55-9DF4-EBFC8B2C1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Navigate to </a:t>
            </a:r>
            <a:r>
              <a:rPr lang="el-GR" dirty="0"/>
              <a:t>https://aistudio.google.com</a:t>
            </a:r>
          </a:p>
          <a:p>
            <a:r>
              <a:rPr lang="en-US" dirty="0"/>
              <a:t>Create a New project</a:t>
            </a:r>
          </a:p>
          <a:p>
            <a:r>
              <a:rPr lang="en-US" dirty="0"/>
              <a:t>Create a New key</a:t>
            </a:r>
          </a:p>
          <a:p>
            <a:r>
              <a:rPr lang="en-US" dirty="0"/>
              <a:t>Select the model</a:t>
            </a:r>
            <a:br>
              <a:rPr lang="en-US" dirty="0"/>
            </a:br>
            <a:r>
              <a:rPr lang="en-US" dirty="0"/>
              <a:t>Gemini 3.1 Flash Lite</a:t>
            </a:r>
          </a:p>
          <a:p>
            <a:endParaRPr lang="el-GR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E221F6-6801-4065-9D31-08B9315EB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Model options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C5604AC-CC85-4512-91FF-9658FA0EE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530" y="2139523"/>
            <a:ext cx="7426089" cy="39751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34815982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78194E-073C-4C77-A146-35410C6B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 more complete </a:t>
            </a:r>
            <a:r>
              <a:rPr lang="en-US"/>
              <a:t>system prompt</a:t>
            </a:r>
            <a:endParaRPr lang="el-G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B11124-76E4-4D3E-9795-80979B5F0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Assistant improvements</a:t>
            </a:r>
            <a:endParaRPr lang="el-G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E792FE-84E0-4D5B-99CD-E50C54D2F0F9}"/>
              </a:ext>
            </a:extLst>
          </p:cNvPr>
          <p:cNvSpPr/>
          <p:nvPr/>
        </p:nvSpPr>
        <p:spPr>
          <a:xfrm>
            <a:off x="3048000" y="282883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aimodel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get_model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system_prompt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SystemMessage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(content=</a:t>
            </a:r>
            <a:r>
              <a:rPr lang="en-US" i="1" dirty="0">
                <a:solidFill>
                  <a:srgbClr val="00AA00"/>
                </a:solidFill>
                <a:latin typeface="Consolas" panose="020B0609020204030204" pitchFamily="49" charset="0"/>
              </a:rPr>
              <a:t>"You are a helpful AI assistant. Your tone is professional yet friendly."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1283890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9186" y="888709"/>
            <a:ext cx="2533629" cy="642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Thank You!</a:t>
            </a:r>
            <a:endParaRPr lang="el-GR" dirty="0"/>
          </a:p>
        </p:txBody>
      </p:sp>
      <p:pic>
        <p:nvPicPr>
          <p:cNvPr id="6" name="Picture 2" descr="http://www.mindretrofit.com/ablog-wp/wp-content/uploads/2011/02/Asking-Questions.jpg">
            <a:extLst>
              <a:ext uri="{FF2B5EF4-FFF2-40B4-BE49-F238E27FC236}">
                <a16:creationId xmlns:a16="http://schemas.microsoft.com/office/drawing/2014/main" id="{C73EABB0-84FD-4681-B433-EEA80CB47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6917" y="1832911"/>
            <a:ext cx="3258165" cy="24436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Ομάδα 2">
            <a:extLst>
              <a:ext uri="{FF2B5EF4-FFF2-40B4-BE49-F238E27FC236}">
                <a16:creationId xmlns:a16="http://schemas.microsoft.com/office/drawing/2014/main" id="{15B20886-0B1C-43F9-A50B-47068DE9364F}"/>
              </a:ext>
            </a:extLst>
          </p:cNvPr>
          <p:cNvGrpSpPr/>
          <p:nvPr/>
        </p:nvGrpSpPr>
        <p:grpSpPr>
          <a:xfrm>
            <a:off x="3372628" y="4799813"/>
            <a:ext cx="5446742" cy="584775"/>
            <a:chOff x="3739203" y="4992760"/>
            <a:chExt cx="5446742" cy="58477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D65A796-EDE6-4D37-A17D-5047D8CDADF5}"/>
                </a:ext>
              </a:extLst>
            </p:cNvPr>
            <p:cNvSpPr txBox="1"/>
            <p:nvPr/>
          </p:nvSpPr>
          <p:spPr>
            <a:xfrm>
              <a:off x="5405044" y="4992760"/>
              <a:ext cx="37809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latin typeface="Open Sans" pitchFamily="34" charset="0"/>
                  <a:ea typeface="Open Sans" pitchFamily="34" charset="0"/>
                  <a:cs typeface="Open Sans" pitchFamily="34" charset="0"/>
                </a:rPr>
                <a:t>Themistoklis</a:t>
              </a:r>
              <a:r>
                <a:rPr lang="en-US" sz="1600" dirty="0">
                  <a:latin typeface="Open Sans" pitchFamily="34" charset="0"/>
                  <a:ea typeface="Open Sans" pitchFamily="34" charset="0"/>
                  <a:cs typeface="Open Sans" pitchFamily="34" charset="0"/>
                </a:rPr>
                <a:t> Diamantopoulos</a:t>
              </a:r>
            </a:p>
            <a:p>
              <a:r>
                <a:rPr lang="en-US" sz="1600" dirty="0">
                  <a:latin typeface="Open Sans" pitchFamily="34" charset="0"/>
                  <a:ea typeface="Open Sans" pitchFamily="34" charset="0"/>
                  <a:cs typeface="Open Sans" pitchFamily="34" charset="0"/>
                </a:rPr>
                <a:t>thdiaman@issel.ee.auth.gr</a:t>
              </a:r>
              <a:endParaRPr lang="el-GR" sz="1600" dirty="0">
                <a:latin typeface="Open Sans" pitchFamily="34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0BA0FC1-FAC3-4DCB-A430-475ACB34807B}"/>
                </a:ext>
              </a:extLst>
            </p:cNvPr>
            <p:cNvSpPr/>
            <p:nvPr/>
          </p:nvSpPr>
          <p:spPr>
            <a:xfrm>
              <a:off x="3739203" y="5100481"/>
              <a:ext cx="166584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Open Sans" pitchFamily="34" charset="0"/>
                  <a:ea typeface="Open Sans" pitchFamily="34" charset="0"/>
                  <a:cs typeface="Open Sans" pitchFamily="34" charset="0"/>
                </a:rPr>
                <a:t>Contact info:</a:t>
              </a:r>
              <a:endParaRPr lang="el-GR" dirty="0">
                <a:latin typeface="Open Sans" pitchFamily="34" charset="0"/>
                <a:ea typeface="Open Sans" pitchFamily="34" charset="0"/>
                <a:cs typeface="Open Sans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017625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14751</TotalTime>
  <Words>1289</Words>
  <Application>Microsoft Office PowerPoint</Application>
  <PresentationFormat>Widescreen</PresentationFormat>
  <Paragraphs>232</Paragraphs>
  <Slides>25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8" baseType="lpstr">
      <vt:lpstr>Arial</vt:lpstr>
      <vt:lpstr>Avenir Book</vt:lpstr>
      <vt:lpstr>Averta-Bold</vt:lpstr>
      <vt:lpstr>Averta-Light</vt:lpstr>
      <vt:lpstr>Calibri</vt:lpstr>
      <vt:lpstr>Century Gothic</vt:lpstr>
      <vt:lpstr>Consolas</vt:lpstr>
      <vt:lpstr>Open Sans</vt:lpstr>
      <vt:lpstr>Open Sans SemiBold</vt:lpstr>
      <vt:lpstr>Times New Roman</vt:lpstr>
      <vt:lpstr>Wingdings</vt:lpstr>
      <vt:lpstr>Wingdings 3</vt:lpstr>
      <vt:lpstr>Wisp</vt:lpstr>
      <vt:lpstr>Building an AI Assistant from Scratch Agents, MCP</vt:lpstr>
      <vt:lpstr>Contents</vt:lpstr>
      <vt:lpstr>Part 1: Understanding the AI Stack</vt:lpstr>
      <vt:lpstr>Why Are Modern LLMs Limited?</vt:lpstr>
      <vt:lpstr>The Evolution of AI systems</vt:lpstr>
      <vt:lpstr>Phase 1: The Prompt Engineering Era</vt:lpstr>
      <vt:lpstr>Phase 2: RAG (Retrieval Augmented Generation)</vt:lpstr>
      <vt:lpstr>RAG Architecture</vt:lpstr>
      <vt:lpstr>But RAG is not enough</vt:lpstr>
      <vt:lpstr>Phase 3: AI Agents</vt:lpstr>
      <vt:lpstr>What is an Agent?</vt:lpstr>
      <vt:lpstr>Chatbot vs Agent</vt:lpstr>
      <vt:lpstr>Agent Usage Example</vt:lpstr>
      <vt:lpstr>The Integration Problem (Before MCP)</vt:lpstr>
      <vt:lpstr>Model Context Protocol (MCP)</vt:lpstr>
      <vt:lpstr>What MCP offers</vt:lpstr>
      <vt:lpstr>Existing MCP servers</vt:lpstr>
      <vt:lpstr>What about RAG using MCP?</vt:lpstr>
      <vt:lpstr>Part 2: Build Your Own Assistant</vt:lpstr>
      <vt:lpstr>Technologies and Architecture</vt:lpstr>
      <vt:lpstr>The simplest possible assistant</vt:lpstr>
      <vt:lpstr>Model options</vt:lpstr>
      <vt:lpstr>Model options</vt:lpstr>
      <vt:lpstr>Assistant improvements</vt:lpstr>
      <vt:lpstr>Thank You!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Towards Online Malware Detection using Process Resource Utilization Metrics</dc:title>
  <dc:creator>themis</dc:creator>
  <cp:lastModifiedBy>themis</cp:lastModifiedBy>
  <cp:revision>1052</cp:revision>
  <dcterms:created xsi:type="dcterms:W3CDTF">2018-12-10T17:45:37Z</dcterms:created>
  <dcterms:modified xsi:type="dcterms:W3CDTF">2026-05-22T10:23:14Z</dcterms:modified>
</cp:coreProperties>
</file>